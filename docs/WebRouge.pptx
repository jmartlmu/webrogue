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Urbanist Medium"/>
      <p:regular r:id="rId15"/>
      <p:bold r:id="rId16"/>
      <p:italic r:id="rId17"/>
      <p:boldItalic r:id="rId18"/>
    </p:embeddedFont>
    <p:embeddedFont>
      <p:font typeface="Urbanist SemiBold"/>
      <p:regular r:id="rId19"/>
      <p:bold r:id="rId20"/>
      <p:italic r:id="rId21"/>
      <p:boldItalic r:id="rId22"/>
    </p:embeddedFont>
    <p:embeddedFont>
      <p:font typeface="Urbanist"/>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UrbanistSemiBold-bold.fntdata"/><Relationship Id="rId22" Type="http://schemas.openxmlformats.org/officeDocument/2006/relationships/font" Target="fonts/UrbanistSemiBold-boldItalic.fntdata"/><Relationship Id="rId21" Type="http://schemas.openxmlformats.org/officeDocument/2006/relationships/font" Target="fonts/UrbanistSemiBold-italic.fntdata"/><Relationship Id="rId24" Type="http://schemas.openxmlformats.org/officeDocument/2006/relationships/font" Target="fonts/Urbanist-bold.fntdata"/><Relationship Id="rId23" Type="http://schemas.openxmlformats.org/officeDocument/2006/relationships/font" Target="fonts/Urbanist-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Urbanist-boldItalic.fntdata"/><Relationship Id="rId25" Type="http://schemas.openxmlformats.org/officeDocument/2006/relationships/font" Target="fonts/Urbanist-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UrbanistMedium-regular.fntdata"/><Relationship Id="rId14" Type="http://schemas.openxmlformats.org/officeDocument/2006/relationships/slide" Target="slides/slide9.xml"/><Relationship Id="rId17" Type="http://schemas.openxmlformats.org/officeDocument/2006/relationships/font" Target="fonts/UrbanistMedium-italic.fntdata"/><Relationship Id="rId16" Type="http://schemas.openxmlformats.org/officeDocument/2006/relationships/font" Target="fonts/UrbanistMedium-bold.fntdata"/><Relationship Id="rId19" Type="http://schemas.openxmlformats.org/officeDocument/2006/relationships/font" Target="fonts/UrbanistSemiBold-regular.fntdata"/><Relationship Id="rId18" Type="http://schemas.openxmlformats.org/officeDocument/2006/relationships/font" Target="fonts/Urbanist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e79a542aa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e79a542aa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e79a542aa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e79a542aa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e79a542aaf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e79a542aaf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e79a542aaf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e79a542aaf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e79a542aaf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e79a542aaf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e79a542aaf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e79a542aaf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e79a542aaf_1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3e79a542aaf_1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e79a542aaf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e79a542aaf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e79a542aaf_1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3e79a542aaf_1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mt="50000"/>
          </a:blip>
          <a:srcRect b="8145" l="3134" r="7835" t="16786"/>
          <a:stretch/>
        </p:blipFill>
        <p:spPr>
          <a:xfrm flipH="1" rot="10800000">
            <a:off x="0" y="-3474"/>
            <a:ext cx="9161550" cy="5154499"/>
          </a:xfrm>
          <a:prstGeom prst="rect">
            <a:avLst/>
          </a:prstGeom>
          <a:noFill/>
          <a:ln>
            <a:noFill/>
          </a:ln>
        </p:spPr>
      </p:pic>
      <p:sp>
        <p:nvSpPr>
          <p:cNvPr id="11" name="Google Shape;11;p2"/>
          <p:cNvSpPr/>
          <p:nvPr/>
        </p:nvSpPr>
        <p:spPr>
          <a:xfrm flipH="1" rot="10800000">
            <a:off x="0" y="4676700"/>
            <a:ext cx="9149700" cy="466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 name="Google Shape;12;p2"/>
          <p:cNvSpPr txBox="1"/>
          <p:nvPr>
            <p:ph idx="1" type="subTitle"/>
          </p:nvPr>
        </p:nvSpPr>
        <p:spPr>
          <a:xfrm>
            <a:off x="228600" y="1738950"/>
            <a:ext cx="4402800" cy="2520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6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13" name="Google Shape;13;p2"/>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 name="Google Shape;14;p2"/>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5" name="Google Shape;15;p2"/>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 name="Google Shape;16;p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 name="Google Shape;17;p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 name="Google Shape;18;p2"/>
          <p:cNvSpPr txBox="1"/>
          <p:nvPr>
            <p:ph type="title"/>
          </p:nvPr>
        </p:nvSpPr>
        <p:spPr>
          <a:xfrm>
            <a:off x="228600" y="228600"/>
            <a:ext cx="6658800" cy="14190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19" name="Google Shape;19;p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 name="Google Shape;20;p2"/>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21" name="Google Shape;21;p2"/>
          <p:cNvSpPr txBox="1"/>
          <p:nvPr>
            <p:ph idx="6" type="subTitle"/>
          </p:nvPr>
        </p:nvSpPr>
        <p:spPr>
          <a:xfrm>
            <a:off x="17863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22" name="Google Shape;22;p2"/>
          <p:cNvSpPr txBox="1"/>
          <p:nvPr>
            <p:ph idx="7" type="subTitle"/>
          </p:nvPr>
        </p:nvSpPr>
        <p:spPr>
          <a:xfrm>
            <a:off x="228591" y="3454475"/>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
        <p:nvSpPr>
          <p:cNvPr id="23" name="Google Shape;23;p2"/>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1">
  <p:cSld name="BLANK_1_1_2">
    <p:spTree>
      <p:nvGrpSpPr>
        <p:cNvPr id="24" name="Shape 24"/>
        <p:cNvGrpSpPr/>
        <p:nvPr/>
      </p:nvGrpSpPr>
      <p:grpSpPr>
        <a:xfrm>
          <a:off x="0" y="0"/>
          <a:ext cx="0" cy="0"/>
          <a:chOff x="0" y="0"/>
          <a:chExt cx="0" cy="0"/>
        </a:xfrm>
      </p:grpSpPr>
      <p:sp>
        <p:nvSpPr>
          <p:cNvPr id="25" name="Google Shape;25;p3"/>
          <p:cNvSpPr txBox="1"/>
          <p:nvPr>
            <p:ph type="title"/>
          </p:nvPr>
        </p:nvSpPr>
        <p:spPr>
          <a:xfrm>
            <a:off x="228600" y="395043"/>
            <a:ext cx="6480300" cy="587700"/>
          </a:xfrm>
          <a:prstGeom prst="rect">
            <a:avLst/>
          </a:prstGeom>
        </p:spPr>
        <p:txBody>
          <a:bodyPr anchorCtr="0" anchor="t" bIns="91425" lIns="0" spcFirstLastPara="1" rIns="91425" wrap="square" tIns="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6" name="Google Shape;26;p3"/>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27" name="Google Shape;27;p3"/>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8" name="Google Shape;28;p3"/>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 name="Google Shape;29;p3"/>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 name="Google Shape;30;p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31" name="Google Shape;31;p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cxnSp>
        <p:nvCxnSpPr>
          <p:cNvPr id="32" name="Google Shape;32;p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values">
  <p:cSld name="BLANK_1_1_1_1">
    <p:spTree>
      <p:nvGrpSpPr>
        <p:cNvPr id="33" name="Shape 33"/>
        <p:cNvGrpSpPr/>
        <p:nvPr/>
      </p:nvGrpSpPr>
      <p:grpSpPr>
        <a:xfrm>
          <a:off x="0" y="0"/>
          <a:ext cx="0" cy="0"/>
          <a:chOff x="0" y="0"/>
          <a:chExt cx="0" cy="0"/>
        </a:xfrm>
      </p:grpSpPr>
      <p:sp>
        <p:nvSpPr>
          <p:cNvPr id="34" name="Google Shape;34;p4"/>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35" name="Google Shape;35;p4"/>
          <p:cNvSpPr txBox="1"/>
          <p:nvPr>
            <p:ph type="title"/>
          </p:nvPr>
        </p:nvSpPr>
        <p:spPr>
          <a:xfrm>
            <a:off x="228600" y="613525"/>
            <a:ext cx="7223400" cy="4221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p:txBody>
      </p:sp>
      <p:sp>
        <p:nvSpPr>
          <p:cNvPr id="36" name="Google Shape;36;p4"/>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7" name="Google Shape;37;p4"/>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8" name="Google Shape;38;p4"/>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9" name="Google Shape;39;p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0" name="Google Shape;40;p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41" name="Google Shape;41;p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42" name="Google Shape;42;p4"/>
          <p:cNvSpPr txBox="1"/>
          <p:nvPr>
            <p:ph idx="5" type="subTitle"/>
          </p:nvPr>
        </p:nvSpPr>
        <p:spPr>
          <a:xfrm>
            <a:off x="254625"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3" name="Google Shape;43;p4"/>
          <p:cNvSpPr txBox="1"/>
          <p:nvPr>
            <p:ph idx="6" type="subTitle"/>
          </p:nvPr>
        </p:nvSpPr>
        <p:spPr>
          <a:xfrm>
            <a:off x="3275850"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4" name="Google Shape;44;p4"/>
          <p:cNvSpPr txBox="1"/>
          <p:nvPr>
            <p:ph idx="7" type="subTitle"/>
          </p:nvPr>
        </p:nvSpPr>
        <p:spPr>
          <a:xfrm>
            <a:off x="6215463"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5" name="Google Shape;45;p4"/>
          <p:cNvSpPr txBox="1"/>
          <p:nvPr>
            <p:ph idx="8" type="body"/>
          </p:nvPr>
        </p:nvSpPr>
        <p:spPr>
          <a:xfrm>
            <a:off x="288575"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46" name="Google Shape;46;p4"/>
          <p:cNvSpPr txBox="1"/>
          <p:nvPr>
            <p:ph idx="9" type="body"/>
          </p:nvPr>
        </p:nvSpPr>
        <p:spPr>
          <a:xfrm>
            <a:off x="6121413"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47" name="Google Shape;47;p4"/>
          <p:cNvSpPr txBox="1"/>
          <p:nvPr>
            <p:ph idx="13" type="body"/>
          </p:nvPr>
        </p:nvSpPr>
        <p:spPr>
          <a:xfrm>
            <a:off x="3192450"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nd image ALT 2">
  <p:cSld name="CUSTOM_3">
    <p:spTree>
      <p:nvGrpSpPr>
        <p:cNvPr id="48" name="Shape 48"/>
        <p:cNvGrpSpPr/>
        <p:nvPr/>
      </p:nvGrpSpPr>
      <p:grpSpPr>
        <a:xfrm>
          <a:off x="0" y="0"/>
          <a:ext cx="0" cy="0"/>
          <a:chOff x="0" y="0"/>
          <a:chExt cx="0" cy="0"/>
        </a:xfrm>
      </p:grpSpPr>
      <p:sp>
        <p:nvSpPr>
          <p:cNvPr id="49" name="Google Shape;49;p5"/>
          <p:cNvSpPr/>
          <p:nvPr>
            <p:ph idx="2" type="pic"/>
          </p:nvPr>
        </p:nvSpPr>
        <p:spPr>
          <a:xfrm>
            <a:off x="246150" y="237650"/>
            <a:ext cx="4196400" cy="4438200"/>
          </a:xfrm>
          <a:prstGeom prst="rect">
            <a:avLst/>
          </a:prstGeom>
          <a:noFill/>
          <a:ln>
            <a:noFill/>
          </a:ln>
        </p:spPr>
      </p:sp>
      <p:sp>
        <p:nvSpPr>
          <p:cNvPr id="50" name="Google Shape;50;p5"/>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51" name="Google Shape;51;p5"/>
          <p:cNvSpPr txBox="1"/>
          <p:nvPr>
            <p:ph idx="3" type="title"/>
          </p:nvPr>
        </p:nvSpPr>
        <p:spPr>
          <a:xfrm>
            <a:off x="4591800" y="738425"/>
            <a:ext cx="4290000" cy="2051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800"/>
              <a:buNone/>
              <a:defRPr sz="3400"/>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52" name="Google Shape;52;p5"/>
          <p:cNvSpPr txBox="1"/>
          <p:nvPr>
            <p:ph idx="1" type="body"/>
          </p:nvPr>
        </p:nvSpPr>
        <p:spPr>
          <a:xfrm>
            <a:off x="4618950" y="2205375"/>
            <a:ext cx="4290000" cy="16296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53" name="Google Shape;53;p5"/>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4" name="Google Shape;54;p5"/>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5" name="Google Shape;55;p5"/>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6" name="Google Shape;56;p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 name="Google Shape;57;p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58" name="Google Shape;58;p5"/>
          <p:cNvCxnSpPr/>
          <p:nvPr/>
        </p:nvCxnSpPr>
        <p:spPr>
          <a:xfrm>
            <a:off x="228600" y="226100"/>
            <a:ext cx="8687100" cy="0"/>
          </a:xfrm>
          <a:prstGeom prst="straightConnector1">
            <a:avLst/>
          </a:prstGeom>
          <a:noFill/>
          <a:ln cap="flat" cmpd="sng" w="9525">
            <a:solidFill>
              <a:schemeClr val="lt2"/>
            </a:solidFill>
            <a:prstDash val="solid"/>
            <a:round/>
            <a:headEnd len="med" w="med" type="none"/>
            <a:tailEnd len="med" w="med" type="none"/>
          </a:ln>
        </p:spPr>
      </p:cxnSp>
      <p:cxnSp>
        <p:nvCxnSpPr>
          <p:cNvPr id="59" name="Google Shape;59;p5"/>
          <p:cNvCxnSpPr/>
          <p:nvPr/>
        </p:nvCxnSpPr>
        <p:spPr>
          <a:xfrm>
            <a:off x="4444600" y="570000"/>
            <a:ext cx="4470900" cy="0"/>
          </a:xfrm>
          <a:prstGeom prst="straightConnector1">
            <a:avLst/>
          </a:prstGeom>
          <a:noFill/>
          <a:ln cap="flat" cmpd="sng" w="9525">
            <a:solidFill>
              <a:schemeClr val="lt2"/>
            </a:solidFill>
            <a:prstDash val="solid"/>
            <a:round/>
            <a:headEnd len="med" w="med" type="none"/>
            <a:tailEnd len="med" w="med" type="none"/>
          </a:ln>
        </p:spPr>
      </p:cxnSp>
      <p:cxnSp>
        <p:nvCxnSpPr>
          <p:cNvPr id="60" name="Google Shape;60;p5"/>
          <p:cNvCxnSpPr/>
          <p:nvPr/>
        </p:nvCxnSpPr>
        <p:spPr>
          <a:xfrm>
            <a:off x="4442500" y="226100"/>
            <a:ext cx="0" cy="4457700"/>
          </a:xfrm>
          <a:prstGeom prst="straightConnector1">
            <a:avLst/>
          </a:prstGeom>
          <a:noFill/>
          <a:ln cap="flat" cmpd="sng" w="9525">
            <a:solidFill>
              <a:schemeClr val="lt2"/>
            </a:solidFill>
            <a:prstDash val="solid"/>
            <a:round/>
            <a:headEnd len="med" w="med" type="none"/>
            <a:tailEnd len="med" w="med" type="none"/>
          </a:ln>
        </p:spPr>
      </p:cxnSp>
      <p:cxnSp>
        <p:nvCxnSpPr>
          <p:cNvPr id="61" name="Google Shape;61;p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1_3">
    <p:spTree>
      <p:nvGrpSpPr>
        <p:cNvPr id="62" name="Shape 62"/>
        <p:cNvGrpSpPr/>
        <p:nvPr/>
      </p:nvGrpSpPr>
      <p:grpSpPr>
        <a:xfrm>
          <a:off x="0" y="0"/>
          <a:ext cx="0" cy="0"/>
          <a:chOff x="0" y="0"/>
          <a:chExt cx="0" cy="0"/>
        </a:xfrm>
      </p:grpSpPr>
      <p:sp>
        <p:nvSpPr>
          <p:cNvPr id="63" name="Google Shape;63;p6"/>
          <p:cNvSpPr txBox="1"/>
          <p:nvPr>
            <p:ph type="title"/>
          </p:nvPr>
        </p:nvSpPr>
        <p:spPr>
          <a:xfrm>
            <a:off x="228600" y="613525"/>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64" name="Google Shape;64;p6"/>
          <p:cNvSpPr/>
          <p:nvPr>
            <p:ph idx="2" type="pic"/>
          </p:nvPr>
        </p:nvSpPr>
        <p:spPr>
          <a:xfrm>
            <a:off x="4523050" y="7379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65" name="Google Shape;65;p6"/>
          <p:cNvSpPr/>
          <p:nvPr>
            <p:ph idx="3" type="pic"/>
          </p:nvPr>
        </p:nvSpPr>
        <p:spPr>
          <a:xfrm>
            <a:off x="6752100" y="7377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66" name="Google Shape;66;p6"/>
          <p:cNvSpPr/>
          <p:nvPr>
            <p:ph idx="4" type="pic"/>
          </p:nvPr>
        </p:nvSpPr>
        <p:spPr>
          <a:xfrm>
            <a:off x="4523050" y="2158000"/>
            <a:ext cx="4394100" cy="2282700"/>
          </a:xfrm>
          <a:prstGeom prst="roundRect">
            <a:avLst>
              <a:gd fmla="val 6108" name="adj"/>
            </a:avLst>
          </a:prstGeom>
          <a:noFill/>
          <a:ln cap="flat" cmpd="sng" w="9525">
            <a:solidFill>
              <a:schemeClr val="accent1"/>
            </a:solidFill>
            <a:prstDash val="solid"/>
            <a:round/>
            <a:headEnd len="sm" w="sm" type="none"/>
            <a:tailEnd len="sm" w="sm" type="none"/>
          </a:ln>
        </p:spPr>
      </p:sp>
      <p:sp>
        <p:nvSpPr>
          <p:cNvPr id="67" name="Google Shape;67;p6"/>
          <p:cNvSpPr txBox="1"/>
          <p:nvPr>
            <p:ph idx="1" type="body"/>
          </p:nvPr>
        </p:nvSpPr>
        <p:spPr>
          <a:xfrm>
            <a:off x="233850" y="3127075"/>
            <a:ext cx="2920800" cy="1313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68" name="Google Shape;68;p6"/>
          <p:cNvSpPr txBox="1"/>
          <p:nvPr>
            <p:ph idx="5"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9" name="Google Shape;69;p6"/>
          <p:cNvSpPr txBox="1"/>
          <p:nvPr>
            <p:ph idx="6"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0" name="Google Shape;70;p6"/>
          <p:cNvSpPr txBox="1"/>
          <p:nvPr>
            <p:ph idx="7"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1" name="Google Shape;71;p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2" name="Google Shape;72;p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3" name="Google Shape;73;p6"/>
          <p:cNvSpPr txBox="1"/>
          <p:nvPr>
            <p:ph idx="8"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cxnSp>
        <p:nvCxnSpPr>
          <p:cNvPr id="74" name="Google Shape;74;p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1">
  <p:cSld name="BLANK_1_1_1_1_2">
    <p:spTree>
      <p:nvGrpSpPr>
        <p:cNvPr id="75" name="Shape 75"/>
        <p:cNvGrpSpPr/>
        <p:nvPr/>
      </p:nvGrpSpPr>
      <p:grpSpPr>
        <a:xfrm>
          <a:off x="0" y="0"/>
          <a:ext cx="0" cy="0"/>
          <a:chOff x="0" y="0"/>
          <a:chExt cx="0" cy="0"/>
        </a:xfrm>
      </p:grpSpPr>
      <p:pic>
        <p:nvPicPr>
          <p:cNvPr id="76" name="Google Shape;76;p7"/>
          <p:cNvPicPr preferRelativeResize="0"/>
          <p:nvPr/>
        </p:nvPicPr>
        <p:blipFill rotWithShape="1">
          <a:blip r:embed="rId2">
            <a:alphaModFix amt="60000"/>
          </a:blip>
          <a:srcRect b="14588" l="0" r="15469" t="0"/>
          <a:stretch/>
        </p:blipFill>
        <p:spPr>
          <a:xfrm>
            <a:off x="25" y="1172500"/>
            <a:ext cx="5181349" cy="3493250"/>
          </a:xfrm>
          <a:prstGeom prst="rect">
            <a:avLst/>
          </a:prstGeom>
          <a:noFill/>
          <a:ln>
            <a:noFill/>
          </a:ln>
        </p:spPr>
      </p:pic>
      <p:sp>
        <p:nvSpPr>
          <p:cNvPr id="77" name="Google Shape;77;p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8" name="Google Shape;78;p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9" name="Google Shape;79;p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0" name="Google Shape;80;p7"/>
          <p:cNvSpPr txBox="1"/>
          <p:nvPr>
            <p:ph type="title"/>
          </p:nvPr>
        </p:nvSpPr>
        <p:spPr>
          <a:xfrm>
            <a:off x="277500" y="22860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cxnSp>
        <p:nvCxnSpPr>
          <p:cNvPr id="81" name="Google Shape;81;p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82" name="Google Shape;82;p7"/>
          <p:cNvSpPr txBox="1"/>
          <p:nvPr>
            <p:ph idx="4" type="subTitle"/>
          </p:nvPr>
        </p:nvSpPr>
        <p:spPr>
          <a:xfrm>
            <a:off x="4744575" y="38715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3" name="Google Shape;83;p7"/>
          <p:cNvSpPr txBox="1"/>
          <p:nvPr>
            <p:ph idx="5" type="subTitle"/>
          </p:nvPr>
        </p:nvSpPr>
        <p:spPr>
          <a:xfrm>
            <a:off x="4744575" y="1066588"/>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4" name="Google Shape;84;p7"/>
          <p:cNvSpPr txBox="1"/>
          <p:nvPr>
            <p:ph idx="6" type="subTitle"/>
          </p:nvPr>
        </p:nvSpPr>
        <p:spPr>
          <a:xfrm>
            <a:off x="4744575" y="174270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5" name="Google Shape;85;p7"/>
          <p:cNvSpPr txBox="1"/>
          <p:nvPr>
            <p:ph idx="7" type="subTitle"/>
          </p:nvPr>
        </p:nvSpPr>
        <p:spPr>
          <a:xfrm>
            <a:off x="4744575" y="2420513"/>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6" name="Google Shape;86;p7"/>
          <p:cNvSpPr txBox="1"/>
          <p:nvPr>
            <p:ph idx="8" type="subTitle"/>
          </p:nvPr>
        </p:nvSpPr>
        <p:spPr>
          <a:xfrm>
            <a:off x="4744575" y="30982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7" name="Google Shape;87;p7"/>
          <p:cNvSpPr txBox="1"/>
          <p:nvPr>
            <p:ph idx="9" type="subTitle"/>
          </p:nvPr>
        </p:nvSpPr>
        <p:spPr>
          <a:xfrm>
            <a:off x="4744575" y="37760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8" name="Google Shape;88;p7"/>
          <p:cNvSpPr txBox="1"/>
          <p:nvPr>
            <p:ph idx="13" type="subTitle"/>
          </p:nvPr>
        </p:nvSpPr>
        <p:spPr>
          <a:xfrm>
            <a:off x="5067075" y="3871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89" name="Google Shape;89;p7"/>
          <p:cNvSpPr txBox="1"/>
          <p:nvPr>
            <p:ph idx="14" type="subTitle"/>
          </p:nvPr>
        </p:nvSpPr>
        <p:spPr>
          <a:xfrm>
            <a:off x="5067075" y="10615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0" name="Google Shape;90;p7"/>
          <p:cNvSpPr txBox="1"/>
          <p:nvPr>
            <p:ph idx="15" type="subTitle"/>
          </p:nvPr>
        </p:nvSpPr>
        <p:spPr>
          <a:xfrm>
            <a:off x="5067075" y="17393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1" name="Google Shape;91;p7"/>
          <p:cNvSpPr txBox="1"/>
          <p:nvPr>
            <p:ph idx="16" type="subTitle"/>
          </p:nvPr>
        </p:nvSpPr>
        <p:spPr>
          <a:xfrm>
            <a:off x="5067075" y="242410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2" name="Google Shape;92;p7"/>
          <p:cNvSpPr txBox="1"/>
          <p:nvPr>
            <p:ph idx="17" type="subTitle"/>
          </p:nvPr>
        </p:nvSpPr>
        <p:spPr>
          <a:xfrm>
            <a:off x="5067075" y="309493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3" name="Google Shape;93;p7"/>
          <p:cNvSpPr txBox="1"/>
          <p:nvPr>
            <p:ph idx="18" type="subTitle"/>
          </p:nvPr>
        </p:nvSpPr>
        <p:spPr>
          <a:xfrm>
            <a:off x="5067075" y="37657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4" name="Google Shape;94;p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5" name="Google Shape;95;p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s">
  <p:cSld name="BLANK_1_1_1_1_2_1">
    <p:spTree>
      <p:nvGrpSpPr>
        <p:cNvPr id="96" name="Shape 96"/>
        <p:cNvGrpSpPr/>
        <p:nvPr/>
      </p:nvGrpSpPr>
      <p:grpSpPr>
        <a:xfrm>
          <a:off x="0" y="0"/>
          <a:ext cx="0" cy="0"/>
          <a:chOff x="0" y="0"/>
          <a:chExt cx="0" cy="0"/>
        </a:xfrm>
      </p:grpSpPr>
      <p:sp>
        <p:nvSpPr>
          <p:cNvPr id="97" name="Google Shape;97;p8"/>
          <p:cNvSpPr/>
          <p:nvPr>
            <p:ph idx="2" type="pic"/>
          </p:nvPr>
        </p:nvSpPr>
        <p:spPr>
          <a:xfrm>
            <a:off x="4618950" y="228600"/>
            <a:ext cx="1370400" cy="1357500"/>
          </a:xfrm>
          <a:prstGeom prst="roundRect">
            <a:avLst>
              <a:gd fmla="val 16935" name="adj"/>
            </a:avLst>
          </a:prstGeom>
          <a:noFill/>
          <a:ln>
            <a:noFill/>
          </a:ln>
        </p:spPr>
      </p:sp>
      <p:sp>
        <p:nvSpPr>
          <p:cNvPr id="98" name="Google Shape;98;p8"/>
          <p:cNvSpPr txBox="1"/>
          <p:nvPr>
            <p:ph idx="1" type="subTitle"/>
          </p:nvPr>
        </p:nvSpPr>
        <p:spPr>
          <a:xfrm>
            <a:off x="4619000" y="1702322"/>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99" name="Google Shape;99;p8"/>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0" name="Google Shape;100;p8"/>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1" name="Google Shape;101;p8"/>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2" name="Google Shape;102;p8"/>
          <p:cNvSpPr txBox="1"/>
          <p:nvPr>
            <p:ph type="title"/>
          </p:nvPr>
        </p:nvSpPr>
        <p:spPr>
          <a:xfrm>
            <a:off x="228600" y="23475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03" name="Google Shape;103;p8"/>
          <p:cNvSpPr txBox="1"/>
          <p:nvPr>
            <p:ph idx="6" type="subTitle"/>
          </p:nvPr>
        </p:nvSpPr>
        <p:spPr>
          <a:xfrm>
            <a:off x="46190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04" name="Google Shape;104;p8"/>
          <p:cNvSpPr/>
          <p:nvPr>
            <p:ph idx="7" type="pic"/>
          </p:nvPr>
        </p:nvSpPr>
        <p:spPr>
          <a:xfrm>
            <a:off x="6080700" y="228600"/>
            <a:ext cx="1370400" cy="1357500"/>
          </a:xfrm>
          <a:prstGeom prst="roundRect">
            <a:avLst>
              <a:gd fmla="val 16935" name="adj"/>
            </a:avLst>
          </a:prstGeom>
          <a:noFill/>
          <a:ln>
            <a:noFill/>
          </a:ln>
        </p:spPr>
      </p:sp>
      <p:sp>
        <p:nvSpPr>
          <p:cNvPr id="105" name="Google Shape;105;p8"/>
          <p:cNvSpPr txBox="1"/>
          <p:nvPr>
            <p:ph idx="8" type="subTitle"/>
          </p:nvPr>
        </p:nvSpPr>
        <p:spPr>
          <a:xfrm>
            <a:off x="608075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06" name="Google Shape;106;p8"/>
          <p:cNvSpPr txBox="1"/>
          <p:nvPr>
            <p:ph idx="9" type="subTitle"/>
          </p:nvPr>
        </p:nvSpPr>
        <p:spPr>
          <a:xfrm>
            <a:off x="608075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07" name="Google Shape;107;p8"/>
          <p:cNvSpPr/>
          <p:nvPr>
            <p:ph idx="13" type="pic"/>
          </p:nvPr>
        </p:nvSpPr>
        <p:spPr>
          <a:xfrm>
            <a:off x="7542450" y="228600"/>
            <a:ext cx="1370400" cy="1357500"/>
          </a:xfrm>
          <a:prstGeom prst="roundRect">
            <a:avLst>
              <a:gd fmla="val 16935" name="adj"/>
            </a:avLst>
          </a:prstGeom>
          <a:noFill/>
          <a:ln>
            <a:noFill/>
          </a:ln>
        </p:spPr>
      </p:sp>
      <p:sp>
        <p:nvSpPr>
          <p:cNvPr id="108" name="Google Shape;108;p8"/>
          <p:cNvSpPr txBox="1"/>
          <p:nvPr>
            <p:ph idx="14" type="subTitle"/>
          </p:nvPr>
        </p:nvSpPr>
        <p:spPr>
          <a:xfrm>
            <a:off x="754250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09" name="Google Shape;109;p8"/>
          <p:cNvSpPr txBox="1"/>
          <p:nvPr>
            <p:ph idx="15" type="subTitle"/>
          </p:nvPr>
        </p:nvSpPr>
        <p:spPr>
          <a:xfrm>
            <a:off x="75425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0" name="Google Shape;110;p8"/>
          <p:cNvSpPr/>
          <p:nvPr>
            <p:ph idx="16" type="pic"/>
          </p:nvPr>
        </p:nvSpPr>
        <p:spPr>
          <a:xfrm>
            <a:off x="4618950" y="2295725"/>
            <a:ext cx="1370400" cy="1357500"/>
          </a:xfrm>
          <a:prstGeom prst="roundRect">
            <a:avLst>
              <a:gd fmla="val 16935" name="adj"/>
            </a:avLst>
          </a:prstGeom>
          <a:noFill/>
          <a:ln>
            <a:noFill/>
          </a:ln>
        </p:spPr>
      </p:sp>
      <p:sp>
        <p:nvSpPr>
          <p:cNvPr id="111" name="Google Shape;111;p8"/>
          <p:cNvSpPr txBox="1"/>
          <p:nvPr>
            <p:ph idx="17" type="subTitle"/>
          </p:nvPr>
        </p:nvSpPr>
        <p:spPr>
          <a:xfrm>
            <a:off x="46190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2" name="Google Shape;112;p8"/>
          <p:cNvSpPr txBox="1"/>
          <p:nvPr>
            <p:ph idx="18" type="subTitle"/>
          </p:nvPr>
        </p:nvSpPr>
        <p:spPr>
          <a:xfrm>
            <a:off x="46190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3" name="Google Shape;113;p8"/>
          <p:cNvSpPr/>
          <p:nvPr>
            <p:ph idx="19" type="pic"/>
          </p:nvPr>
        </p:nvSpPr>
        <p:spPr>
          <a:xfrm>
            <a:off x="6080700" y="2295725"/>
            <a:ext cx="1370400" cy="1357500"/>
          </a:xfrm>
          <a:prstGeom prst="roundRect">
            <a:avLst>
              <a:gd fmla="val 16935" name="adj"/>
            </a:avLst>
          </a:prstGeom>
          <a:noFill/>
          <a:ln>
            <a:noFill/>
          </a:ln>
        </p:spPr>
      </p:sp>
      <p:sp>
        <p:nvSpPr>
          <p:cNvPr id="114" name="Google Shape;114;p8"/>
          <p:cNvSpPr txBox="1"/>
          <p:nvPr>
            <p:ph idx="20" type="subTitle"/>
          </p:nvPr>
        </p:nvSpPr>
        <p:spPr>
          <a:xfrm>
            <a:off x="6080750" y="3769447"/>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5" name="Google Shape;115;p8"/>
          <p:cNvSpPr txBox="1"/>
          <p:nvPr>
            <p:ph idx="21" type="subTitle"/>
          </p:nvPr>
        </p:nvSpPr>
        <p:spPr>
          <a:xfrm>
            <a:off x="608075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6" name="Google Shape;116;p8"/>
          <p:cNvSpPr/>
          <p:nvPr>
            <p:ph idx="22" type="pic"/>
          </p:nvPr>
        </p:nvSpPr>
        <p:spPr>
          <a:xfrm>
            <a:off x="7542450" y="2295725"/>
            <a:ext cx="1370400" cy="1357500"/>
          </a:xfrm>
          <a:prstGeom prst="roundRect">
            <a:avLst>
              <a:gd fmla="val 16935" name="adj"/>
            </a:avLst>
          </a:prstGeom>
          <a:noFill/>
          <a:ln>
            <a:noFill/>
          </a:ln>
        </p:spPr>
      </p:sp>
      <p:sp>
        <p:nvSpPr>
          <p:cNvPr id="117" name="Google Shape;117;p8"/>
          <p:cNvSpPr txBox="1"/>
          <p:nvPr>
            <p:ph idx="23" type="subTitle"/>
          </p:nvPr>
        </p:nvSpPr>
        <p:spPr>
          <a:xfrm>
            <a:off x="75425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8" name="Google Shape;118;p8"/>
          <p:cNvSpPr txBox="1"/>
          <p:nvPr>
            <p:ph idx="24" type="subTitle"/>
          </p:nvPr>
        </p:nvSpPr>
        <p:spPr>
          <a:xfrm>
            <a:off x="75425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cxnSp>
        <p:nvCxnSpPr>
          <p:cNvPr id="119" name="Google Shape;119;p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20" name="Google Shape;120;p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1" name="Google Shape;121;p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LT 2">
  <p:cSld name="BLANK_1_1_1_1_1_1">
    <p:spTree>
      <p:nvGrpSpPr>
        <p:cNvPr id="122" name="Shape 122"/>
        <p:cNvGrpSpPr/>
        <p:nvPr/>
      </p:nvGrpSpPr>
      <p:grpSpPr>
        <a:xfrm>
          <a:off x="0" y="0"/>
          <a:ext cx="0" cy="0"/>
          <a:chOff x="0" y="0"/>
          <a:chExt cx="0" cy="0"/>
        </a:xfrm>
      </p:grpSpPr>
      <p:sp>
        <p:nvSpPr>
          <p:cNvPr id="123" name="Google Shape;123;p9"/>
          <p:cNvSpPr/>
          <p:nvPr>
            <p:ph idx="2" type="pic"/>
          </p:nvPr>
        </p:nvSpPr>
        <p:spPr>
          <a:xfrm>
            <a:off x="9425" y="-3075"/>
            <a:ext cx="9144000" cy="4641000"/>
          </a:xfrm>
          <a:prstGeom prst="rect">
            <a:avLst/>
          </a:prstGeom>
          <a:noFill/>
          <a:ln>
            <a:noFill/>
          </a:ln>
        </p:spPr>
      </p:sp>
      <p:sp>
        <p:nvSpPr>
          <p:cNvPr id="124" name="Google Shape;124;p9"/>
          <p:cNvSpPr txBox="1"/>
          <p:nvPr>
            <p:ph type="title"/>
          </p:nvPr>
        </p:nvSpPr>
        <p:spPr>
          <a:xfrm>
            <a:off x="234125" y="3337800"/>
            <a:ext cx="8574600" cy="1114800"/>
          </a:xfrm>
          <a:prstGeom prst="rect">
            <a:avLst/>
          </a:prstGeom>
        </p:spPr>
        <p:txBody>
          <a:bodyPr anchorCtr="0" anchor="b" bIns="0" lIns="0" spcFirstLastPara="1" rIns="0" wrap="square" tIns="0">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125" name="Google Shape;125;p9"/>
          <p:cNvSpPr txBox="1"/>
          <p:nvPr>
            <p:ph idx="1" type="subTitle"/>
          </p:nvPr>
        </p:nvSpPr>
        <p:spPr>
          <a:xfrm>
            <a:off x="228600" y="228600"/>
            <a:ext cx="28701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126" name="Google Shape;126;p9"/>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7" name="Google Shape;127;p9"/>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8" name="Google Shape;128;p9"/>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29" name="Google Shape;129;p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30" name="Google Shape;130;p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1" name="Google Shape;131;p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s w/ images">
  <p:cSld name="BLANK_1_1_1_1_1_1_1_1_1_1_3">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34" name="Google Shape;134;p10"/>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35" name="Google Shape;135;p10"/>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grpSp>
        <p:nvGrpSpPr>
          <p:cNvPr id="136" name="Google Shape;136;p10"/>
          <p:cNvGrpSpPr/>
          <p:nvPr/>
        </p:nvGrpSpPr>
        <p:grpSpPr>
          <a:xfrm rot="5400000">
            <a:off x="8691475" y="228504"/>
            <a:ext cx="228589" cy="228623"/>
            <a:chOff x="1688332" y="4135245"/>
            <a:chExt cx="338700" cy="338700"/>
          </a:xfrm>
        </p:grpSpPr>
        <p:sp>
          <p:nvSpPr>
            <p:cNvPr id="137" name="Google Shape;137;p10"/>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138" name="Google Shape;138;p10"/>
            <p:cNvGrpSpPr/>
            <p:nvPr/>
          </p:nvGrpSpPr>
          <p:grpSpPr>
            <a:xfrm rot="-5400000">
              <a:off x="1787014" y="4262191"/>
              <a:ext cx="169598" cy="84809"/>
              <a:chOff x="498725" y="2069800"/>
              <a:chExt cx="205200" cy="102600"/>
            </a:xfrm>
          </p:grpSpPr>
          <p:cxnSp>
            <p:nvCxnSpPr>
              <p:cNvPr id="139" name="Google Shape;139;p10"/>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140" name="Google Shape;140;p10"/>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
        <p:nvSpPr>
          <p:cNvPr id="141" name="Google Shape;141;p10"/>
          <p:cNvSpPr/>
          <p:nvPr>
            <p:ph idx="4" type="pic"/>
          </p:nvPr>
        </p:nvSpPr>
        <p:spPr>
          <a:xfrm>
            <a:off x="426700" y="1896600"/>
            <a:ext cx="665400" cy="685500"/>
          </a:xfrm>
          <a:prstGeom prst="roundRect">
            <a:avLst>
              <a:gd fmla="val 17601" name="adj"/>
            </a:avLst>
          </a:prstGeom>
          <a:noFill/>
          <a:ln>
            <a:noFill/>
          </a:ln>
        </p:spPr>
      </p:sp>
      <p:sp>
        <p:nvSpPr>
          <p:cNvPr id="142" name="Google Shape;142;p10"/>
          <p:cNvSpPr txBox="1"/>
          <p:nvPr>
            <p:ph idx="5" type="subTitle"/>
          </p:nvPr>
        </p:nvSpPr>
        <p:spPr>
          <a:xfrm>
            <a:off x="426700" y="2708802"/>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43" name="Google Shape;143;p10"/>
          <p:cNvSpPr txBox="1"/>
          <p:nvPr>
            <p:ph idx="6" type="subTitle"/>
          </p:nvPr>
        </p:nvSpPr>
        <p:spPr>
          <a:xfrm>
            <a:off x="4267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44" name="Google Shape;144;p10"/>
          <p:cNvSpPr txBox="1"/>
          <p:nvPr>
            <p:ph idx="7" type="body"/>
          </p:nvPr>
        </p:nvSpPr>
        <p:spPr>
          <a:xfrm>
            <a:off x="4267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45" name="Google Shape;145;p10"/>
          <p:cNvSpPr/>
          <p:nvPr>
            <p:ph idx="8" type="pic"/>
          </p:nvPr>
        </p:nvSpPr>
        <p:spPr>
          <a:xfrm>
            <a:off x="2621800" y="1896600"/>
            <a:ext cx="665400" cy="685500"/>
          </a:xfrm>
          <a:prstGeom prst="roundRect">
            <a:avLst>
              <a:gd fmla="val 17601" name="adj"/>
            </a:avLst>
          </a:prstGeom>
          <a:noFill/>
          <a:ln>
            <a:noFill/>
          </a:ln>
        </p:spPr>
      </p:sp>
      <p:sp>
        <p:nvSpPr>
          <p:cNvPr id="146" name="Google Shape;146;p10"/>
          <p:cNvSpPr txBox="1"/>
          <p:nvPr>
            <p:ph idx="9" type="subTitle"/>
          </p:nvPr>
        </p:nvSpPr>
        <p:spPr>
          <a:xfrm>
            <a:off x="26218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47" name="Google Shape;147;p10"/>
          <p:cNvSpPr txBox="1"/>
          <p:nvPr>
            <p:ph idx="13" type="subTitle"/>
          </p:nvPr>
        </p:nvSpPr>
        <p:spPr>
          <a:xfrm>
            <a:off x="2621800" y="2936075"/>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48" name="Google Shape;148;p10"/>
          <p:cNvSpPr txBox="1"/>
          <p:nvPr>
            <p:ph idx="14" type="body"/>
          </p:nvPr>
        </p:nvSpPr>
        <p:spPr>
          <a:xfrm>
            <a:off x="2621800" y="3251425"/>
            <a:ext cx="17058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49" name="Google Shape;149;p10"/>
          <p:cNvSpPr/>
          <p:nvPr>
            <p:ph idx="15" type="pic"/>
          </p:nvPr>
        </p:nvSpPr>
        <p:spPr>
          <a:xfrm>
            <a:off x="4816900" y="1896600"/>
            <a:ext cx="665400" cy="685500"/>
          </a:xfrm>
          <a:prstGeom prst="roundRect">
            <a:avLst>
              <a:gd fmla="val 17601" name="adj"/>
            </a:avLst>
          </a:prstGeom>
          <a:noFill/>
          <a:ln>
            <a:noFill/>
          </a:ln>
        </p:spPr>
      </p:sp>
      <p:sp>
        <p:nvSpPr>
          <p:cNvPr id="150" name="Google Shape;150;p10"/>
          <p:cNvSpPr txBox="1"/>
          <p:nvPr>
            <p:ph idx="16" type="subTitle"/>
          </p:nvPr>
        </p:nvSpPr>
        <p:spPr>
          <a:xfrm>
            <a:off x="4816900" y="2708808"/>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1" name="Google Shape;151;p10"/>
          <p:cNvSpPr txBox="1"/>
          <p:nvPr>
            <p:ph idx="17" type="subTitle"/>
          </p:nvPr>
        </p:nvSpPr>
        <p:spPr>
          <a:xfrm>
            <a:off x="48169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52" name="Google Shape;152;p10"/>
          <p:cNvSpPr txBox="1"/>
          <p:nvPr>
            <p:ph idx="18" type="body"/>
          </p:nvPr>
        </p:nvSpPr>
        <p:spPr>
          <a:xfrm>
            <a:off x="4817025"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53" name="Google Shape;153;p10"/>
          <p:cNvSpPr/>
          <p:nvPr>
            <p:ph idx="19" type="pic"/>
          </p:nvPr>
        </p:nvSpPr>
        <p:spPr>
          <a:xfrm>
            <a:off x="7012000" y="1896600"/>
            <a:ext cx="665400" cy="685500"/>
          </a:xfrm>
          <a:prstGeom prst="roundRect">
            <a:avLst>
              <a:gd fmla="val 17601" name="adj"/>
            </a:avLst>
          </a:prstGeom>
          <a:noFill/>
          <a:ln>
            <a:noFill/>
          </a:ln>
        </p:spPr>
      </p:sp>
      <p:sp>
        <p:nvSpPr>
          <p:cNvPr id="154" name="Google Shape;154;p10"/>
          <p:cNvSpPr txBox="1"/>
          <p:nvPr>
            <p:ph idx="20" type="subTitle"/>
          </p:nvPr>
        </p:nvSpPr>
        <p:spPr>
          <a:xfrm>
            <a:off x="70120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5" name="Google Shape;155;p10"/>
          <p:cNvSpPr txBox="1"/>
          <p:nvPr>
            <p:ph idx="21" type="subTitle"/>
          </p:nvPr>
        </p:nvSpPr>
        <p:spPr>
          <a:xfrm>
            <a:off x="70120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56" name="Google Shape;156;p10"/>
          <p:cNvSpPr txBox="1"/>
          <p:nvPr>
            <p:ph idx="22" type="body"/>
          </p:nvPr>
        </p:nvSpPr>
        <p:spPr>
          <a:xfrm>
            <a:off x="70120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cxnSp>
        <p:nvCxnSpPr>
          <p:cNvPr id="157" name="Google Shape;157;p1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58" name="Google Shape;158;p1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9" name="Google Shape;159;p1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ort big title and body">
  <p:cSld name="BLANK_1_1_1_1_1_1_1_1_1_1_2">
    <p:spTree>
      <p:nvGrpSpPr>
        <p:cNvPr id="160" name="Shape 160"/>
        <p:cNvGrpSpPr/>
        <p:nvPr/>
      </p:nvGrpSpPr>
      <p:grpSpPr>
        <a:xfrm>
          <a:off x="0" y="0"/>
          <a:ext cx="0" cy="0"/>
          <a:chOff x="0" y="0"/>
          <a:chExt cx="0" cy="0"/>
        </a:xfrm>
      </p:grpSpPr>
      <p:pic>
        <p:nvPicPr>
          <p:cNvPr descr="Oval black shapes against a shadowy background. " id="161" name="Google Shape;161;p11"/>
          <p:cNvPicPr preferRelativeResize="0"/>
          <p:nvPr/>
        </p:nvPicPr>
        <p:blipFill rotWithShape="1">
          <a:blip r:embed="rId2">
            <a:alphaModFix/>
          </a:blip>
          <a:srcRect b="42245" l="17241" r="25039" t="35"/>
          <a:stretch/>
        </p:blipFill>
        <p:spPr>
          <a:xfrm>
            <a:off x="0" y="-289"/>
            <a:ext cx="9144000" cy="5144100"/>
          </a:xfrm>
          <a:prstGeom prst="roundRect">
            <a:avLst>
              <a:gd fmla="val 0" name="adj"/>
            </a:avLst>
          </a:prstGeom>
          <a:noFill/>
          <a:ln cap="flat" cmpd="sng" w="9525">
            <a:solidFill>
              <a:schemeClr val="accent1"/>
            </a:solidFill>
            <a:prstDash val="solid"/>
            <a:round/>
            <a:headEnd len="sm" w="sm" type="none"/>
            <a:tailEnd len="sm" w="sm" type="none"/>
          </a:ln>
        </p:spPr>
      </p:pic>
      <p:sp>
        <p:nvSpPr>
          <p:cNvPr id="162" name="Google Shape;162;p11"/>
          <p:cNvSpPr txBox="1"/>
          <p:nvPr>
            <p:ph idx="1" type="subTitle"/>
          </p:nvPr>
        </p:nvSpPr>
        <p:spPr>
          <a:xfrm>
            <a:off x="4314775" y="3818375"/>
            <a:ext cx="4230600" cy="4527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63" name="Google Shape;163;p11"/>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4" name="Google Shape;164;p11"/>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5" name="Google Shape;165;p11"/>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6" name="Google Shape;166;p11"/>
          <p:cNvSpPr txBox="1"/>
          <p:nvPr>
            <p:ph type="title"/>
          </p:nvPr>
        </p:nvSpPr>
        <p:spPr>
          <a:xfrm>
            <a:off x="228600" y="290448"/>
            <a:ext cx="3655800" cy="24075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167" name="Google Shape;167;p1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cxnSp>
        <p:nvCxnSpPr>
          <p:cNvPr id="168" name="Google Shape;168;p11"/>
          <p:cNvCxnSpPr/>
          <p:nvPr/>
        </p:nvCxnSpPr>
        <p:spPr>
          <a:xfrm>
            <a:off x="4159025" y="226100"/>
            <a:ext cx="0" cy="4457700"/>
          </a:xfrm>
          <a:prstGeom prst="straightConnector1">
            <a:avLst/>
          </a:prstGeom>
          <a:noFill/>
          <a:ln cap="flat" cmpd="sng" w="9525">
            <a:solidFill>
              <a:schemeClr val="accent1"/>
            </a:solidFill>
            <a:prstDash val="solid"/>
            <a:round/>
            <a:headEnd len="med" w="med" type="none"/>
            <a:tailEnd len="med" w="med" type="none"/>
          </a:ln>
        </p:spPr>
      </p:cxnSp>
      <p:cxnSp>
        <p:nvCxnSpPr>
          <p:cNvPr id="169" name="Google Shape;169;p11"/>
          <p:cNvCxnSpPr/>
          <p:nvPr/>
        </p:nvCxnSpPr>
        <p:spPr>
          <a:xfrm>
            <a:off x="228600" y="226100"/>
            <a:ext cx="8687100" cy="0"/>
          </a:xfrm>
          <a:prstGeom prst="straightConnector1">
            <a:avLst/>
          </a:prstGeom>
          <a:noFill/>
          <a:ln cap="flat" cmpd="sng" w="9525">
            <a:solidFill>
              <a:schemeClr val="accent1"/>
            </a:solidFill>
            <a:prstDash val="solid"/>
            <a:round/>
            <a:headEnd len="med" w="med" type="none"/>
            <a:tailEnd len="med" w="med" type="none"/>
          </a:ln>
        </p:spPr>
      </p:cxnSp>
      <p:sp>
        <p:nvSpPr>
          <p:cNvPr id="170" name="Google Shape;170;p1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1" name="Google Shape;171;p1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2">
  <p:cSld name="BLANK_1_1_1_1_1_1_1_1_1_1_1_1_2">
    <p:spTree>
      <p:nvGrpSpPr>
        <p:cNvPr id="172" name="Shape 172"/>
        <p:cNvGrpSpPr/>
        <p:nvPr/>
      </p:nvGrpSpPr>
      <p:grpSpPr>
        <a:xfrm>
          <a:off x="0" y="0"/>
          <a:ext cx="0" cy="0"/>
          <a:chOff x="0" y="0"/>
          <a:chExt cx="0" cy="0"/>
        </a:xfrm>
      </p:grpSpPr>
      <p:sp>
        <p:nvSpPr>
          <p:cNvPr id="173" name="Google Shape;173;p12"/>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800"/>
              </a:spcBef>
              <a:spcAft>
                <a:spcPts val="0"/>
              </a:spcAft>
              <a:buSzPts val="1400"/>
              <a:buChar char="○"/>
              <a:defRPr sz="1400"/>
            </a:lvl2pPr>
            <a:lvl3pPr indent="-317500" lvl="2" marL="1371600">
              <a:spcBef>
                <a:spcPts val="800"/>
              </a:spcBef>
              <a:spcAft>
                <a:spcPts val="0"/>
              </a:spcAft>
              <a:buSzPts val="1400"/>
              <a:buChar char="■"/>
              <a:defRPr sz="1400"/>
            </a:lvl3pPr>
            <a:lvl4pPr indent="-317500" lvl="3" marL="1828800">
              <a:spcBef>
                <a:spcPts val="800"/>
              </a:spcBef>
              <a:spcAft>
                <a:spcPts val="0"/>
              </a:spcAft>
              <a:buSzPts val="1400"/>
              <a:buChar char="●"/>
              <a:defRPr sz="1400"/>
            </a:lvl4pPr>
            <a:lvl5pPr indent="-317500" lvl="4" marL="2286000">
              <a:spcBef>
                <a:spcPts val="800"/>
              </a:spcBef>
              <a:spcAft>
                <a:spcPts val="0"/>
              </a:spcAft>
              <a:buSzPts val="1400"/>
              <a:buChar char="○"/>
              <a:defRPr sz="1400"/>
            </a:lvl5pPr>
            <a:lvl6pPr indent="-317500" lvl="5" marL="2743200">
              <a:spcBef>
                <a:spcPts val="800"/>
              </a:spcBef>
              <a:spcAft>
                <a:spcPts val="0"/>
              </a:spcAft>
              <a:buSzPts val="1400"/>
              <a:buChar char="■"/>
              <a:defRPr sz="1400"/>
            </a:lvl6pPr>
            <a:lvl7pPr indent="-317500" lvl="6" marL="3200400">
              <a:spcBef>
                <a:spcPts val="800"/>
              </a:spcBef>
              <a:spcAft>
                <a:spcPts val="0"/>
              </a:spcAft>
              <a:buSzPts val="1400"/>
              <a:buChar char="●"/>
              <a:defRPr sz="1400"/>
            </a:lvl7pPr>
            <a:lvl8pPr indent="-317500" lvl="7" marL="3657600">
              <a:spcBef>
                <a:spcPts val="800"/>
              </a:spcBef>
              <a:spcAft>
                <a:spcPts val="0"/>
              </a:spcAft>
              <a:buSzPts val="1400"/>
              <a:buChar char="○"/>
              <a:defRPr sz="1400"/>
            </a:lvl8pPr>
            <a:lvl9pPr indent="-317500" lvl="8" marL="4114800">
              <a:spcBef>
                <a:spcPts val="800"/>
              </a:spcBef>
              <a:spcAft>
                <a:spcPts val="800"/>
              </a:spcAft>
              <a:buSzPts val="1400"/>
              <a:buChar char="■"/>
              <a:defRPr sz="1400"/>
            </a:lvl9pPr>
          </a:lstStyle>
          <a:p/>
        </p:txBody>
      </p:sp>
      <p:sp>
        <p:nvSpPr>
          <p:cNvPr id="174" name="Google Shape;174;p12"/>
          <p:cNvSpPr/>
          <p:nvPr>
            <p:ph idx="2" type="pic"/>
          </p:nvPr>
        </p:nvSpPr>
        <p:spPr>
          <a:xfrm>
            <a:off x="5342000" y="457200"/>
            <a:ext cx="3573300" cy="3995400"/>
          </a:xfrm>
          <a:prstGeom prst="roundRect">
            <a:avLst>
              <a:gd fmla="val 6865" name="adj"/>
            </a:avLst>
          </a:prstGeom>
          <a:noFill/>
          <a:ln>
            <a:noFill/>
          </a:ln>
        </p:spPr>
      </p:sp>
      <p:sp>
        <p:nvSpPr>
          <p:cNvPr id="175" name="Google Shape;175;p12"/>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6" name="Google Shape;176;p12"/>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7" name="Google Shape;177;p12"/>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8" name="Google Shape;178;p12"/>
          <p:cNvSpPr txBox="1"/>
          <p:nvPr>
            <p:ph idx="6"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sp>
        <p:nvSpPr>
          <p:cNvPr id="179" name="Google Shape;179;p12"/>
          <p:cNvSpPr txBox="1"/>
          <p:nvPr>
            <p:ph type="title"/>
          </p:nvPr>
        </p:nvSpPr>
        <p:spPr>
          <a:xfrm>
            <a:off x="228600" y="613525"/>
            <a:ext cx="42966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cxnSp>
        <p:nvCxnSpPr>
          <p:cNvPr id="180" name="Google Shape;180;p1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81" name="Google Shape;181;p1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2" name="Google Shape;182;p1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cards">
  <p:cSld name="CUSTOM_1">
    <p:spTree>
      <p:nvGrpSpPr>
        <p:cNvPr id="183" name="Shape 183"/>
        <p:cNvGrpSpPr/>
        <p:nvPr/>
      </p:nvGrpSpPr>
      <p:grpSpPr>
        <a:xfrm>
          <a:off x="0" y="0"/>
          <a:ext cx="0" cy="0"/>
          <a:chOff x="0" y="0"/>
          <a:chExt cx="0" cy="0"/>
        </a:xfrm>
      </p:grpSpPr>
      <p:sp>
        <p:nvSpPr>
          <p:cNvPr id="184" name="Google Shape;184;p13"/>
          <p:cNvSpPr txBox="1"/>
          <p:nvPr>
            <p:ph type="title"/>
          </p:nvPr>
        </p:nvSpPr>
        <p:spPr>
          <a:xfrm>
            <a:off x="3386700" y="489887"/>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Medium"/>
              <a:buNone/>
              <a:defRPr sz="1800">
                <a:solidFill>
                  <a:schemeClr val="accent3"/>
                </a:solidFill>
              </a:defRPr>
            </a:lvl2pPr>
            <a:lvl3pPr lvl="2">
              <a:spcBef>
                <a:spcPts val="0"/>
              </a:spcBef>
              <a:spcAft>
                <a:spcPts val="0"/>
              </a:spcAft>
              <a:buClr>
                <a:schemeClr val="accent3"/>
              </a:buClr>
              <a:buSzPts val="1800"/>
              <a:buFont typeface="Urbanist Medium"/>
              <a:buNone/>
              <a:defRPr sz="1800">
                <a:solidFill>
                  <a:schemeClr val="accent3"/>
                </a:solidFill>
              </a:defRPr>
            </a:lvl3pPr>
            <a:lvl4pPr lvl="3">
              <a:spcBef>
                <a:spcPts val="0"/>
              </a:spcBef>
              <a:spcAft>
                <a:spcPts val="0"/>
              </a:spcAft>
              <a:buClr>
                <a:schemeClr val="accent3"/>
              </a:buClr>
              <a:buSzPts val="1800"/>
              <a:buFont typeface="Urbanist Medium"/>
              <a:buNone/>
              <a:defRPr sz="1800">
                <a:solidFill>
                  <a:schemeClr val="accent3"/>
                </a:solidFill>
              </a:defRPr>
            </a:lvl4pPr>
            <a:lvl5pPr lvl="4">
              <a:spcBef>
                <a:spcPts val="0"/>
              </a:spcBef>
              <a:spcAft>
                <a:spcPts val="0"/>
              </a:spcAft>
              <a:buClr>
                <a:schemeClr val="accent3"/>
              </a:buClr>
              <a:buSzPts val="1800"/>
              <a:buFont typeface="Urbanist Medium"/>
              <a:buNone/>
              <a:defRPr sz="1800">
                <a:solidFill>
                  <a:schemeClr val="accent3"/>
                </a:solidFill>
              </a:defRPr>
            </a:lvl5pPr>
            <a:lvl6pPr lvl="5">
              <a:spcBef>
                <a:spcPts val="0"/>
              </a:spcBef>
              <a:spcAft>
                <a:spcPts val="0"/>
              </a:spcAft>
              <a:buClr>
                <a:schemeClr val="accent3"/>
              </a:buClr>
              <a:buSzPts val="1800"/>
              <a:buFont typeface="Urbanist Medium"/>
              <a:buNone/>
              <a:defRPr sz="1800">
                <a:solidFill>
                  <a:schemeClr val="accent3"/>
                </a:solidFill>
              </a:defRPr>
            </a:lvl6pPr>
            <a:lvl7pPr lvl="6">
              <a:spcBef>
                <a:spcPts val="0"/>
              </a:spcBef>
              <a:spcAft>
                <a:spcPts val="0"/>
              </a:spcAft>
              <a:buClr>
                <a:schemeClr val="accent3"/>
              </a:buClr>
              <a:buSzPts val="1800"/>
              <a:buFont typeface="Urbanist Medium"/>
              <a:buNone/>
              <a:defRPr sz="1800">
                <a:solidFill>
                  <a:schemeClr val="accent3"/>
                </a:solidFill>
              </a:defRPr>
            </a:lvl7pPr>
            <a:lvl8pPr lvl="7">
              <a:spcBef>
                <a:spcPts val="0"/>
              </a:spcBef>
              <a:spcAft>
                <a:spcPts val="0"/>
              </a:spcAft>
              <a:buClr>
                <a:schemeClr val="accent3"/>
              </a:buClr>
              <a:buSzPts val="1800"/>
              <a:buFont typeface="Urbanist Medium"/>
              <a:buNone/>
              <a:defRPr sz="1800">
                <a:solidFill>
                  <a:schemeClr val="accent3"/>
                </a:solidFill>
              </a:defRPr>
            </a:lvl8pPr>
            <a:lvl9pPr lvl="8">
              <a:spcBef>
                <a:spcPts val="0"/>
              </a:spcBef>
              <a:spcAft>
                <a:spcPts val="0"/>
              </a:spcAft>
              <a:buClr>
                <a:schemeClr val="accent3"/>
              </a:buClr>
              <a:buSzPts val="1800"/>
              <a:buFont typeface="Urbanist Medium"/>
              <a:buNone/>
              <a:defRPr sz="1800">
                <a:solidFill>
                  <a:schemeClr val="accent3"/>
                </a:solidFill>
              </a:defRPr>
            </a:lvl9pPr>
          </a:lstStyle>
          <a:p/>
        </p:txBody>
      </p:sp>
      <p:sp>
        <p:nvSpPr>
          <p:cNvPr id="185" name="Google Shape;185;p13"/>
          <p:cNvSpPr txBox="1"/>
          <p:nvPr>
            <p:ph idx="1" type="subTitle"/>
          </p:nvPr>
        </p:nvSpPr>
        <p:spPr>
          <a:xfrm>
            <a:off x="338670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186" name="Google Shape;186;p13"/>
          <p:cNvSpPr txBox="1"/>
          <p:nvPr>
            <p:ph idx="2" type="subTitle"/>
          </p:nvPr>
        </p:nvSpPr>
        <p:spPr>
          <a:xfrm>
            <a:off x="338670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187" name="Google Shape;187;p13"/>
          <p:cNvSpPr txBox="1"/>
          <p:nvPr>
            <p:ph idx="3" type="title"/>
          </p:nvPr>
        </p:nvSpPr>
        <p:spPr>
          <a:xfrm>
            <a:off x="6307650" y="482616"/>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188" name="Google Shape;188;p13"/>
          <p:cNvSpPr txBox="1"/>
          <p:nvPr>
            <p:ph idx="4" type="subTitle"/>
          </p:nvPr>
        </p:nvSpPr>
        <p:spPr>
          <a:xfrm>
            <a:off x="630765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189" name="Google Shape;189;p13"/>
          <p:cNvSpPr txBox="1"/>
          <p:nvPr>
            <p:ph idx="5" type="subTitle"/>
          </p:nvPr>
        </p:nvSpPr>
        <p:spPr>
          <a:xfrm>
            <a:off x="630765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190" name="Google Shape;190;p13"/>
          <p:cNvSpPr txBox="1"/>
          <p:nvPr>
            <p:ph idx="6"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3000"/>
              <a:buFont typeface="Urbanist"/>
              <a:buNone/>
              <a:defRPr>
                <a:solidFill>
                  <a:schemeClr val="dk2"/>
                </a:solidFill>
              </a:defRPr>
            </a:lvl2pPr>
            <a:lvl3pPr lvl="2">
              <a:spcBef>
                <a:spcPts val="0"/>
              </a:spcBef>
              <a:spcAft>
                <a:spcPts val="0"/>
              </a:spcAft>
              <a:buClr>
                <a:schemeClr val="dk2"/>
              </a:buClr>
              <a:buSzPts val="3000"/>
              <a:buFont typeface="Urbanist"/>
              <a:buNone/>
              <a:defRPr>
                <a:solidFill>
                  <a:schemeClr val="dk2"/>
                </a:solidFill>
              </a:defRPr>
            </a:lvl3pPr>
            <a:lvl4pPr lvl="3">
              <a:spcBef>
                <a:spcPts val="0"/>
              </a:spcBef>
              <a:spcAft>
                <a:spcPts val="0"/>
              </a:spcAft>
              <a:buClr>
                <a:schemeClr val="dk2"/>
              </a:buClr>
              <a:buSzPts val="3000"/>
              <a:buFont typeface="Urbanist"/>
              <a:buNone/>
              <a:defRPr>
                <a:solidFill>
                  <a:schemeClr val="dk2"/>
                </a:solidFill>
              </a:defRPr>
            </a:lvl4pPr>
            <a:lvl5pPr lvl="4">
              <a:spcBef>
                <a:spcPts val="0"/>
              </a:spcBef>
              <a:spcAft>
                <a:spcPts val="0"/>
              </a:spcAft>
              <a:buClr>
                <a:schemeClr val="dk2"/>
              </a:buClr>
              <a:buSzPts val="3000"/>
              <a:buFont typeface="Urbanist"/>
              <a:buNone/>
              <a:defRPr>
                <a:solidFill>
                  <a:schemeClr val="dk2"/>
                </a:solidFill>
              </a:defRPr>
            </a:lvl5pPr>
            <a:lvl6pPr lvl="5">
              <a:spcBef>
                <a:spcPts val="0"/>
              </a:spcBef>
              <a:spcAft>
                <a:spcPts val="0"/>
              </a:spcAft>
              <a:buClr>
                <a:schemeClr val="dk2"/>
              </a:buClr>
              <a:buSzPts val="3000"/>
              <a:buFont typeface="Urbanist"/>
              <a:buNone/>
              <a:defRPr>
                <a:solidFill>
                  <a:schemeClr val="dk2"/>
                </a:solidFill>
              </a:defRPr>
            </a:lvl6pPr>
            <a:lvl7pPr lvl="6">
              <a:spcBef>
                <a:spcPts val="0"/>
              </a:spcBef>
              <a:spcAft>
                <a:spcPts val="0"/>
              </a:spcAft>
              <a:buClr>
                <a:schemeClr val="dk2"/>
              </a:buClr>
              <a:buSzPts val="3000"/>
              <a:buFont typeface="Urbanist"/>
              <a:buNone/>
              <a:defRPr>
                <a:solidFill>
                  <a:schemeClr val="dk2"/>
                </a:solidFill>
              </a:defRPr>
            </a:lvl7pPr>
            <a:lvl8pPr lvl="7">
              <a:spcBef>
                <a:spcPts val="0"/>
              </a:spcBef>
              <a:spcAft>
                <a:spcPts val="0"/>
              </a:spcAft>
              <a:buClr>
                <a:schemeClr val="dk2"/>
              </a:buClr>
              <a:buSzPts val="3000"/>
              <a:buFont typeface="Urbanist"/>
              <a:buNone/>
              <a:defRPr>
                <a:solidFill>
                  <a:schemeClr val="dk2"/>
                </a:solidFill>
              </a:defRPr>
            </a:lvl8pPr>
            <a:lvl9pPr lvl="8">
              <a:spcBef>
                <a:spcPts val="0"/>
              </a:spcBef>
              <a:spcAft>
                <a:spcPts val="0"/>
              </a:spcAft>
              <a:buClr>
                <a:schemeClr val="dk2"/>
              </a:buClr>
              <a:buSzPts val="3000"/>
              <a:buFont typeface="Urbanist"/>
              <a:buNone/>
              <a:defRPr>
                <a:solidFill>
                  <a:schemeClr val="dk2"/>
                </a:solidFill>
              </a:defRPr>
            </a:lvl9pPr>
          </a:lstStyle>
          <a:p/>
        </p:txBody>
      </p:sp>
      <p:sp>
        <p:nvSpPr>
          <p:cNvPr id="191" name="Google Shape;191;p13"/>
          <p:cNvSpPr txBox="1"/>
          <p:nvPr>
            <p:ph idx="7" type="subTitle"/>
          </p:nvPr>
        </p:nvSpPr>
        <p:spPr>
          <a:xfrm>
            <a:off x="3482800" y="4057204"/>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192" name="Google Shape;192;p13"/>
          <p:cNvSpPr txBox="1"/>
          <p:nvPr>
            <p:ph idx="8" type="subTitle"/>
          </p:nvPr>
        </p:nvSpPr>
        <p:spPr>
          <a:xfrm>
            <a:off x="6405300" y="4057079"/>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193" name="Google Shape;193;p13"/>
          <p:cNvSpPr txBox="1"/>
          <p:nvPr>
            <p:ph idx="9"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94" name="Google Shape;194;p13"/>
          <p:cNvSpPr txBox="1"/>
          <p:nvPr>
            <p:ph idx="1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95" name="Google Shape;195;p13"/>
          <p:cNvSpPr txBox="1"/>
          <p:nvPr>
            <p:ph idx="1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96" name="Google Shape;196;p1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grpSp>
        <p:nvGrpSpPr>
          <p:cNvPr id="197" name="Google Shape;197;p13"/>
          <p:cNvGrpSpPr/>
          <p:nvPr/>
        </p:nvGrpSpPr>
        <p:grpSpPr>
          <a:xfrm rot="-5400000">
            <a:off x="4794488" y="4206993"/>
            <a:ext cx="141588" cy="73485"/>
            <a:chOff x="498725" y="2069800"/>
            <a:chExt cx="205200" cy="106500"/>
          </a:xfrm>
        </p:grpSpPr>
        <p:cxnSp>
          <p:nvCxnSpPr>
            <p:cNvPr id="198" name="Google Shape;198;p13"/>
            <p:cNvCxnSpPr/>
            <p:nvPr/>
          </p:nvCxnSpPr>
          <p:spPr>
            <a:xfrm flipH="1" rot="-5400000">
              <a:off x="498725" y="2069800"/>
              <a:ext cx="103500" cy="103500"/>
            </a:xfrm>
            <a:prstGeom prst="straightConnector1">
              <a:avLst/>
            </a:prstGeom>
            <a:noFill/>
            <a:ln cap="flat" cmpd="sng" w="9525">
              <a:solidFill>
                <a:schemeClr val="lt2"/>
              </a:solidFill>
              <a:prstDash val="solid"/>
              <a:round/>
              <a:headEnd len="med" w="med" type="none"/>
              <a:tailEnd len="med" w="med" type="none"/>
            </a:ln>
          </p:spPr>
        </p:cxnSp>
        <p:cxnSp>
          <p:nvCxnSpPr>
            <p:cNvPr id="199" name="Google Shape;199;p13"/>
            <p:cNvCxnSpPr/>
            <p:nvPr/>
          </p:nvCxnSpPr>
          <p:spPr>
            <a:xfrm rot="5400000">
              <a:off x="596825" y="2069200"/>
              <a:ext cx="106500" cy="107700"/>
            </a:xfrm>
            <a:prstGeom prst="straightConnector1">
              <a:avLst/>
            </a:prstGeom>
            <a:noFill/>
            <a:ln cap="flat" cmpd="sng" w="9525">
              <a:solidFill>
                <a:schemeClr val="lt2"/>
              </a:solidFill>
              <a:prstDash val="solid"/>
              <a:round/>
              <a:headEnd len="med" w="med" type="none"/>
              <a:tailEnd len="med" w="med" type="none"/>
            </a:ln>
          </p:spPr>
        </p:cxnSp>
      </p:grpSp>
      <p:sp>
        <p:nvSpPr>
          <p:cNvPr id="200" name="Google Shape;200;p1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1" name="Google Shape;201;p1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cards">
  <p:cSld name="CUSTOM_1_1">
    <p:spTree>
      <p:nvGrpSpPr>
        <p:cNvPr id="202" name="Shape 202"/>
        <p:cNvGrpSpPr/>
        <p:nvPr/>
      </p:nvGrpSpPr>
      <p:grpSpPr>
        <a:xfrm>
          <a:off x="0" y="0"/>
          <a:ext cx="0" cy="0"/>
          <a:chOff x="0" y="0"/>
          <a:chExt cx="0" cy="0"/>
        </a:xfrm>
      </p:grpSpPr>
      <p:sp>
        <p:nvSpPr>
          <p:cNvPr id="203" name="Google Shape;203;p14"/>
          <p:cNvSpPr txBox="1"/>
          <p:nvPr>
            <p:ph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a:buNone/>
              <a:defRPr sz="1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204" name="Google Shape;204;p14"/>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5" name="Google Shape;205;p14"/>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6" name="Google Shape;206;p14"/>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07" name="Google Shape;207;p1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8" name="Google Shape;208;p14"/>
          <p:cNvSpPr txBox="1"/>
          <p:nvPr>
            <p:ph idx="4" type="title"/>
          </p:nvPr>
        </p:nvSpPr>
        <p:spPr>
          <a:xfrm>
            <a:off x="3379125"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09" name="Google Shape;209;p14"/>
          <p:cNvSpPr txBox="1"/>
          <p:nvPr>
            <p:ph idx="5" type="subTitle"/>
          </p:nvPr>
        </p:nvSpPr>
        <p:spPr>
          <a:xfrm>
            <a:off x="3379125"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0" name="Google Shape;210;p14"/>
          <p:cNvSpPr txBox="1"/>
          <p:nvPr>
            <p:ph idx="6" type="subTitle"/>
          </p:nvPr>
        </p:nvSpPr>
        <p:spPr>
          <a:xfrm>
            <a:off x="3379123"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1" name="Google Shape;211;p14"/>
          <p:cNvSpPr txBox="1"/>
          <p:nvPr>
            <p:ph idx="7" type="title"/>
          </p:nvPr>
        </p:nvSpPr>
        <p:spPr>
          <a:xfrm>
            <a:off x="6318039"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2" name="Google Shape;212;p14"/>
          <p:cNvSpPr txBox="1"/>
          <p:nvPr>
            <p:ph idx="8" type="subTitle"/>
          </p:nvPr>
        </p:nvSpPr>
        <p:spPr>
          <a:xfrm>
            <a:off x="6318039"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3" name="Google Shape;213;p14"/>
          <p:cNvSpPr txBox="1"/>
          <p:nvPr>
            <p:ph idx="9" type="subTitle"/>
          </p:nvPr>
        </p:nvSpPr>
        <p:spPr>
          <a:xfrm>
            <a:off x="6318036"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4" name="Google Shape;214;p14"/>
          <p:cNvSpPr txBox="1"/>
          <p:nvPr>
            <p:ph idx="13" type="title"/>
          </p:nvPr>
        </p:nvSpPr>
        <p:spPr>
          <a:xfrm>
            <a:off x="6318039"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5" name="Google Shape;215;p14"/>
          <p:cNvSpPr txBox="1"/>
          <p:nvPr>
            <p:ph idx="14" type="subTitle"/>
          </p:nvPr>
        </p:nvSpPr>
        <p:spPr>
          <a:xfrm>
            <a:off x="6318039"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6" name="Google Shape;216;p14"/>
          <p:cNvSpPr txBox="1"/>
          <p:nvPr>
            <p:ph idx="15" type="subTitle"/>
          </p:nvPr>
        </p:nvSpPr>
        <p:spPr>
          <a:xfrm>
            <a:off x="6318036"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7" name="Google Shape;217;p14"/>
          <p:cNvSpPr txBox="1"/>
          <p:nvPr>
            <p:ph idx="16" type="title"/>
          </p:nvPr>
        </p:nvSpPr>
        <p:spPr>
          <a:xfrm>
            <a:off x="3379125"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8" name="Google Shape;218;p14"/>
          <p:cNvSpPr txBox="1"/>
          <p:nvPr>
            <p:ph idx="17" type="subTitle"/>
          </p:nvPr>
        </p:nvSpPr>
        <p:spPr>
          <a:xfrm>
            <a:off x="3379125"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9" name="Google Shape;219;p14"/>
          <p:cNvSpPr txBox="1"/>
          <p:nvPr>
            <p:ph idx="18" type="subTitle"/>
          </p:nvPr>
        </p:nvSpPr>
        <p:spPr>
          <a:xfrm>
            <a:off x="3379123"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20" name="Google Shape;220;p1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1" name="Google Shape;221;p1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7_1_1_1_1_1_1_1_1_1_1_1_1_1_1_1_1_1">
    <p:spTree>
      <p:nvGrpSpPr>
        <p:cNvPr id="222" name="Shape 222"/>
        <p:cNvGrpSpPr/>
        <p:nvPr/>
      </p:nvGrpSpPr>
      <p:grpSpPr>
        <a:xfrm>
          <a:off x="0" y="0"/>
          <a:ext cx="0" cy="0"/>
          <a:chOff x="0" y="0"/>
          <a:chExt cx="0" cy="0"/>
        </a:xfrm>
      </p:grpSpPr>
      <p:pic>
        <p:nvPicPr>
          <p:cNvPr id="223" name="Google Shape;223;p15"/>
          <p:cNvPicPr preferRelativeResize="0"/>
          <p:nvPr/>
        </p:nvPicPr>
        <p:blipFill rotWithShape="1">
          <a:blip r:embed="rId2">
            <a:alphaModFix/>
          </a:blip>
          <a:srcRect b="14588" l="0" r="15469" t="0"/>
          <a:stretch/>
        </p:blipFill>
        <p:spPr>
          <a:xfrm flipH="1">
            <a:off x="4571999" y="2061075"/>
            <a:ext cx="4572001" cy="3082424"/>
          </a:xfrm>
          <a:prstGeom prst="rect">
            <a:avLst/>
          </a:prstGeom>
          <a:noFill/>
          <a:ln>
            <a:noFill/>
          </a:ln>
        </p:spPr>
      </p:pic>
      <p:cxnSp>
        <p:nvCxnSpPr>
          <p:cNvPr id="224" name="Google Shape;224;p1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25" name="Google Shape;225;p15"/>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6" name="Google Shape;226;p15"/>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7" name="Google Shape;227;p15"/>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8" name="Google Shape;228;p15"/>
          <p:cNvSpPr txBox="1"/>
          <p:nvPr>
            <p:ph idx="4"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29" name="Google Shape;229;p15"/>
          <p:cNvSpPr txBox="1"/>
          <p:nvPr>
            <p:ph type="title"/>
          </p:nvPr>
        </p:nvSpPr>
        <p:spPr>
          <a:xfrm>
            <a:off x="355225" y="1775475"/>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0" name="Google Shape;230;p15"/>
          <p:cNvSpPr txBox="1"/>
          <p:nvPr>
            <p:ph idx="5" type="subTitle"/>
          </p:nvPr>
        </p:nvSpPr>
        <p:spPr>
          <a:xfrm>
            <a:off x="35522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1" name="Google Shape;231;p15"/>
          <p:cNvSpPr txBox="1"/>
          <p:nvPr>
            <p:ph idx="6" type="body"/>
          </p:nvPr>
        </p:nvSpPr>
        <p:spPr>
          <a:xfrm>
            <a:off x="35522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2" name="Google Shape;232;p15"/>
          <p:cNvSpPr txBox="1"/>
          <p:nvPr>
            <p:ph idx="7" type="title"/>
          </p:nvPr>
        </p:nvSpPr>
        <p:spPr>
          <a:xfrm>
            <a:off x="2543875"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3" name="Google Shape;233;p15"/>
          <p:cNvSpPr txBox="1"/>
          <p:nvPr>
            <p:ph idx="8" type="subTitle"/>
          </p:nvPr>
        </p:nvSpPr>
        <p:spPr>
          <a:xfrm>
            <a:off x="254387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4" name="Google Shape;234;p15"/>
          <p:cNvSpPr txBox="1"/>
          <p:nvPr>
            <p:ph idx="9" type="body"/>
          </p:nvPr>
        </p:nvSpPr>
        <p:spPr>
          <a:xfrm>
            <a:off x="254387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5" name="Google Shape;235;p15"/>
          <p:cNvSpPr txBox="1"/>
          <p:nvPr>
            <p:ph idx="13" type="title"/>
          </p:nvPr>
        </p:nvSpPr>
        <p:spPr>
          <a:xfrm>
            <a:off x="47455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6" name="Google Shape;236;p15"/>
          <p:cNvSpPr txBox="1"/>
          <p:nvPr>
            <p:ph idx="14" type="subTitle"/>
          </p:nvPr>
        </p:nvSpPr>
        <p:spPr>
          <a:xfrm>
            <a:off x="47455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7" name="Google Shape;237;p15"/>
          <p:cNvSpPr txBox="1"/>
          <p:nvPr>
            <p:ph idx="15" type="body"/>
          </p:nvPr>
        </p:nvSpPr>
        <p:spPr>
          <a:xfrm>
            <a:off x="4745400"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8" name="Google Shape;238;p15"/>
          <p:cNvSpPr txBox="1"/>
          <p:nvPr>
            <p:ph idx="16" type="title"/>
          </p:nvPr>
        </p:nvSpPr>
        <p:spPr>
          <a:xfrm>
            <a:off x="69423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9" name="Google Shape;239;p15"/>
          <p:cNvSpPr txBox="1"/>
          <p:nvPr>
            <p:ph idx="17" type="subTitle"/>
          </p:nvPr>
        </p:nvSpPr>
        <p:spPr>
          <a:xfrm>
            <a:off x="69423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40" name="Google Shape;240;p15"/>
          <p:cNvSpPr txBox="1"/>
          <p:nvPr>
            <p:ph idx="18" type="body"/>
          </p:nvPr>
        </p:nvSpPr>
        <p:spPr>
          <a:xfrm>
            <a:off x="6942300" y="2465025"/>
            <a:ext cx="17916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41" name="Google Shape;241;p15"/>
          <p:cNvSpPr txBox="1"/>
          <p:nvPr>
            <p:ph idx="19" type="title"/>
          </p:nvPr>
        </p:nvSpPr>
        <p:spPr>
          <a:xfrm>
            <a:off x="228600" y="613525"/>
            <a:ext cx="3904500" cy="8649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242" name="Google Shape;242;p1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3" name="Google Shape;243;p1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s">
  <p:cSld name="CUSTOM">
    <p:spTree>
      <p:nvGrpSpPr>
        <p:cNvPr id="244" name="Shape 244"/>
        <p:cNvGrpSpPr/>
        <p:nvPr/>
      </p:nvGrpSpPr>
      <p:grpSpPr>
        <a:xfrm>
          <a:off x="0" y="0"/>
          <a:ext cx="0" cy="0"/>
          <a:chOff x="0" y="0"/>
          <a:chExt cx="0" cy="0"/>
        </a:xfrm>
      </p:grpSpPr>
      <p:sp>
        <p:nvSpPr>
          <p:cNvPr id="245" name="Google Shape;245;p16"/>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cxnSp>
        <p:nvCxnSpPr>
          <p:cNvPr id="246" name="Google Shape;246;p16"/>
          <p:cNvCxnSpPr/>
          <p:nvPr/>
        </p:nvCxnSpPr>
        <p:spPr>
          <a:xfrm>
            <a:off x="228450" y="2061025"/>
            <a:ext cx="8687100" cy="0"/>
          </a:xfrm>
          <a:prstGeom prst="straightConnector1">
            <a:avLst/>
          </a:prstGeom>
          <a:noFill/>
          <a:ln cap="flat" cmpd="sng" w="9525">
            <a:solidFill>
              <a:schemeClr val="lt2"/>
            </a:solidFill>
            <a:prstDash val="solid"/>
            <a:round/>
            <a:headEnd len="med" w="med" type="none"/>
            <a:tailEnd len="med" w="med" type="none"/>
          </a:ln>
        </p:spPr>
      </p:cxnSp>
      <p:sp>
        <p:nvSpPr>
          <p:cNvPr id="247" name="Google Shape;247;p16"/>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8" name="Google Shape;248;p16"/>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9" name="Google Shape;249;p16"/>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50" name="Google Shape;250;p1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51" name="Google Shape;251;p16"/>
          <p:cNvSpPr txBox="1"/>
          <p:nvPr>
            <p:ph type="title"/>
          </p:nvPr>
        </p:nvSpPr>
        <p:spPr>
          <a:xfrm>
            <a:off x="228600" y="369300"/>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52" name="Google Shape;252;p16"/>
          <p:cNvSpPr/>
          <p:nvPr>
            <p:ph idx="5" type="pic"/>
          </p:nvPr>
        </p:nvSpPr>
        <p:spPr>
          <a:xfrm>
            <a:off x="3795900" y="2682425"/>
            <a:ext cx="1458300" cy="1458300"/>
          </a:xfrm>
          <a:prstGeom prst="ellipse">
            <a:avLst/>
          </a:prstGeom>
          <a:noFill/>
          <a:ln cap="flat" cmpd="sng" w="9525">
            <a:solidFill>
              <a:schemeClr val="accent3"/>
            </a:solidFill>
            <a:prstDash val="solid"/>
            <a:round/>
            <a:headEnd len="sm" w="sm" type="none"/>
            <a:tailEnd len="sm" w="sm" type="none"/>
          </a:ln>
        </p:spPr>
      </p:sp>
      <p:sp>
        <p:nvSpPr>
          <p:cNvPr id="253" name="Google Shape;253;p16"/>
          <p:cNvSpPr txBox="1"/>
          <p:nvPr>
            <p:ph idx="6" type="body"/>
          </p:nvPr>
        </p:nvSpPr>
        <p:spPr>
          <a:xfrm>
            <a:off x="5871500" y="2468775"/>
            <a:ext cx="2864700" cy="6765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dk2"/>
              </a:buClr>
              <a:buSzPts val="1000"/>
              <a:buFont typeface="Urbanist"/>
              <a:buChar char="●"/>
              <a:defRPr sz="1000">
                <a:solidFill>
                  <a:schemeClr val="dk2"/>
                </a:solidFill>
              </a:defRPr>
            </a:lvl1pPr>
            <a:lvl2pPr indent="-292100" lvl="1" marL="914400">
              <a:spcBef>
                <a:spcPts val="0"/>
              </a:spcBef>
              <a:spcAft>
                <a:spcPts val="0"/>
              </a:spcAft>
              <a:buClr>
                <a:schemeClr val="dk2"/>
              </a:buClr>
              <a:buSzPts val="1000"/>
              <a:buFont typeface="Urbanist"/>
              <a:buChar char="○"/>
              <a:defRPr sz="1000">
                <a:solidFill>
                  <a:schemeClr val="dk2"/>
                </a:solidFill>
              </a:defRPr>
            </a:lvl2pPr>
            <a:lvl3pPr indent="-292100" lvl="2" marL="1371600">
              <a:spcBef>
                <a:spcPts val="0"/>
              </a:spcBef>
              <a:spcAft>
                <a:spcPts val="0"/>
              </a:spcAft>
              <a:buClr>
                <a:schemeClr val="dk2"/>
              </a:buClr>
              <a:buSzPts val="1000"/>
              <a:buFont typeface="Urbanist"/>
              <a:buChar char="■"/>
              <a:defRPr sz="1000">
                <a:solidFill>
                  <a:schemeClr val="dk2"/>
                </a:solidFill>
              </a:defRPr>
            </a:lvl3pPr>
            <a:lvl4pPr indent="-292100" lvl="3" marL="1828800">
              <a:spcBef>
                <a:spcPts val="0"/>
              </a:spcBef>
              <a:spcAft>
                <a:spcPts val="0"/>
              </a:spcAft>
              <a:buClr>
                <a:schemeClr val="dk2"/>
              </a:buClr>
              <a:buSzPts val="1000"/>
              <a:buFont typeface="Urbanist"/>
              <a:buChar char="●"/>
              <a:defRPr sz="1000">
                <a:solidFill>
                  <a:schemeClr val="dk2"/>
                </a:solidFill>
              </a:defRPr>
            </a:lvl4pPr>
            <a:lvl5pPr indent="-292100" lvl="4" marL="2286000">
              <a:spcBef>
                <a:spcPts val="0"/>
              </a:spcBef>
              <a:spcAft>
                <a:spcPts val="0"/>
              </a:spcAft>
              <a:buClr>
                <a:schemeClr val="dk2"/>
              </a:buClr>
              <a:buSzPts val="1000"/>
              <a:buFont typeface="Urbanist"/>
              <a:buChar char="○"/>
              <a:defRPr sz="1000">
                <a:solidFill>
                  <a:schemeClr val="dk2"/>
                </a:solidFill>
              </a:defRPr>
            </a:lvl5pPr>
            <a:lvl6pPr indent="-292100" lvl="5" marL="2743200">
              <a:spcBef>
                <a:spcPts val="0"/>
              </a:spcBef>
              <a:spcAft>
                <a:spcPts val="0"/>
              </a:spcAft>
              <a:buClr>
                <a:schemeClr val="dk2"/>
              </a:buClr>
              <a:buSzPts val="1000"/>
              <a:buFont typeface="Urbanist"/>
              <a:buChar char="■"/>
              <a:defRPr sz="1000">
                <a:solidFill>
                  <a:schemeClr val="dk2"/>
                </a:solidFill>
              </a:defRPr>
            </a:lvl6pPr>
            <a:lvl7pPr indent="-292100" lvl="6" marL="3200400">
              <a:spcBef>
                <a:spcPts val="0"/>
              </a:spcBef>
              <a:spcAft>
                <a:spcPts val="0"/>
              </a:spcAft>
              <a:buClr>
                <a:schemeClr val="dk2"/>
              </a:buClr>
              <a:buSzPts val="1000"/>
              <a:buFont typeface="Urbanist"/>
              <a:buChar char="●"/>
              <a:defRPr sz="1000">
                <a:solidFill>
                  <a:schemeClr val="dk2"/>
                </a:solidFill>
              </a:defRPr>
            </a:lvl7pPr>
            <a:lvl8pPr indent="-292100" lvl="7" marL="3657600">
              <a:spcBef>
                <a:spcPts val="0"/>
              </a:spcBef>
              <a:spcAft>
                <a:spcPts val="0"/>
              </a:spcAft>
              <a:buClr>
                <a:schemeClr val="dk2"/>
              </a:buClr>
              <a:buSzPts val="1000"/>
              <a:buFont typeface="Urbanist"/>
              <a:buChar char="○"/>
              <a:defRPr sz="1000">
                <a:solidFill>
                  <a:schemeClr val="dk2"/>
                </a:solidFill>
              </a:defRPr>
            </a:lvl8pPr>
            <a:lvl9pPr indent="-292100" lvl="8" marL="4114800">
              <a:spcBef>
                <a:spcPts val="0"/>
              </a:spcBef>
              <a:spcAft>
                <a:spcPts val="0"/>
              </a:spcAft>
              <a:buClr>
                <a:schemeClr val="dk2"/>
              </a:buClr>
              <a:buSzPts val="1000"/>
              <a:buFont typeface="Urbanist"/>
              <a:buChar char="■"/>
              <a:defRPr sz="1000">
                <a:solidFill>
                  <a:schemeClr val="dk2"/>
                </a:solidFill>
              </a:defRPr>
            </a:lvl9pPr>
          </a:lstStyle>
          <a:p/>
        </p:txBody>
      </p:sp>
      <p:sp>
        <p:nvSpPr>
          <p:cNvPr id="254" name="Google Shape;254;p16"/>
          <p:cNvSpPr txBox="1"/>
          <p:nvPr>
            <p:ph idx="7" type="body"/>
          </p:nvPr>
        </p:nvSpPr>
        <p:spPr>
          <a:xfrm>
            <a:off x="5871500" y="3553025"/>
            <a:ext cx="2864700" cy="696000"/>
          </a:xfrm>
          <a:prstGeom prst="rect">
            <a:avLst/>
          </a:prstGeom>
        </p:spPr>
        <p:txBody>
          <a:bodyPr anchorCtr="0" anchor="t" bIns="91425" lIns="0" spcFirstLastPara="1" rIns="91425" wrap="square" tIns="0">
            <a:spAutoFit/>
          </a:bodyPr>
          <a:lstStyle>
            <a:lvl1pPr indent="-304800" lvl="0" marL="457200">
              <a:lnSpc>
                <a:spcPct val="100000"/>
              </a:lnSpc>
              <a:spcBef>
                <a:spcPts val="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1pPr>
            <a:lvl2pPr indent="-304800" lvl="1" marL="914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2pPr>
            <a:lvl3pPr indent="-304800" lvl="2" marL="1371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3pPr>
            <a:lvl4pPr indent="-304800" lvl="3" marL="1828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4pPr>
            <a:lvl5pPr indent="-304800" lvl="4" marL="22860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5pPr>
            <a:lvl6pPr indent="-304800" lvl="5" marL="27432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6pPr>
            <a:lvl7pPr indent="-304800" lvl="6" marL="3200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7pPr>
            <a:lvl8pPr indent="-304800" lvl="7" marL="3657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8pPr>
            <a:lvl9pPr indent="-304800" lvl="8" marL="4114800">
              <a:lnSpc>
                <a:spcPct val="100000"/>
              </a:lnSpc>
              <a:spcBef>
                <a:spcPts val="800"/>
              </a:spcBef>
              <a:spcAft>
                <a:spcPts val="80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9pPr>
          </a:lstStyle>
          <a:p/>
        </p:txBody>
      </p:sp>
      <p:sp>
        <p:nvSpPr>
          <p:cNvPr id="255" name="Google Shape;255;p16"/>
          <p:cNvSpPr txBox="1"/>
          <p:nvPr>
            <p:ph idx="8" type="subTitle"/>
          </p:nvPr>
        </p:nvSpPr>
        <p:spPr>
          <a:xfrm>
            <a:off x="238800" y="2720113"/>
            <a:ext cx="2824500" cy="145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p:txBody>
      </p:sp>
      <p:sp>
        <p:nvSpPr>
          <p:cNvPr id="256" name="Google Shape;256;p1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57" name="Google Shape;257;p1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p:cSld name="CUSTOM_2">
    <p:spTree>
      <p:nvGrpSpPr>
        <p:cNvPr id="258" name="Shape 258"/>
        <p:cNvGrpSpPr/>
        <p:nvPr/>
      </p:nvGrpSpPr>
      <p:grpSpPr>
        <a:xfrm>
          <a:off x="0" y="0"/>
          <a:ext cx="0" cy="0"/>
          <a:chOff x="0" y="0"/>
          <a:chExt cx="0" cy="0"/>
        </a:xfrm>
      </p:grpSpPr>
      <p:sp>
        <p:nvSpPr>
          <p:cNvPr id="259" name="Google Shape;259;p1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60" name="Google Shape;260;p1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61" name="Google Shape;261;p1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62" name="Google Shape;262;p1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63" name="Google Shape;263;p17"/>
          <p:cNvSpPr/>
          <p:nvPr/>
        </p:nvSpPr>
        <p:spPr>
          <a:xfrm>
            <a:off x="228600" y="1395962"/>
            <a:ext cx="2101200" cy="3054000"/>
          </a:xfrm>
          <a:prstGeom prst="roundRect">
            <a:avLst>
              <a:gd fmla="val 963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4" name="Google Shape;264;p17"/>
          <p:cNvSpPr/>
          <p:nvPr/>
        </p:nvSpPr>
        <p:spPr>
          <a:xfrm>
            <a:off x="2423700" y="1395962"/>
            <a:ext cx="3198600" cy="3054000"/>
          </a:xfrm>
          <a:prstGeom prst="roundRect">
            <a:avLst>
              <a:gd fmla="val 67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5" name="Google Shape;265;p17"/>
          <p:cNvSpPr/>
          <p:nvPr/>
        </p:nvSpPr>
        <p:spPr>
          <a:xfrm>
            <a:off x="5716850" y="1395962"/>
            <a:ext cx="3198600" cy="17583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6" name="Google Shape;266;p17"/>
          <p:cNvSpPr/>
          <p:nvPr/>
        </p:nvSpPr>
        <p:spPr>
          <a:xfrm>
            <a:off x="5716200" y="3231390"/>
            <a:ext cx="3198600" cy="1217400"/>
          </a:xfrm>
          <a:prstGeom prst="roundRect">
            <a:avLst>
              <a:gd fmla="val 1360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7" name="Google Shape;267;p17"/>
          <p:cNvSpPr/>
          <p:nvPr>
            <p:ph idx="4" type="pic"/>
          </p:nvPr>
        </p:nvSpPr>
        <p:spPr>
          <a:xfrm>
            <a:off x="381950" y="993050"/>
            <a:ext cx="850500" cy="850500"/>
          </a:xfrm>
          <a:prstGeom prst="ellipse">
            <a:avLst/>
          </a:prstGeom>
          <a:noFill/>
          <a:ln cap="flat" cmpd="sng" w="9525">
            <a:solidFill>
              <a:schemeClr val="accent3"/>
            </a:solidFill>
            <a:prstDash val="solid"/>
            <a:round/>
            <a:headEnd len="sm" w="sm" type="none"/>
            <a:tailEnd len="sm" w="sm" type="none"/>
          </a:ln>
        </p:spPr>
      </p:sp>
      <p:sp>
        <p:nvSpPr>
          <p:cNvPr id="268" name="Google Shape;268;p17"/>
          <p:cNvSpPr txBox="1"/>
          <p:nvPr>
            <p:ph idx="5" type="subTitle"/>
          </p:nvPr>
        </p:nvSpPr>
        <p:spPr>
          <a:xfrm>
            <a:off x="381950" y="2062875"/>
            <a:ext cx="1786500" cy="236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Urbanist"/>
              <a:buNone/>
              <a:defRPr b="1" sz="1200">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p:txBody>
      </p:sp>
      <p:sp>
        <p:nvSpPr>
          <p:cNvPr id="269" name="Google Shape;269;p17"/>
          <p:cNvSpPr txBox="1"/>
          <p:nvPr>
            <p:ph idx="6" type="body"/>
          </p:nvPr>
        </p:nvSpPr>
        <p:spPr>
          <a:xfrm>
            <a:off x="381950" y="2453500"/>
            <a:ext cx="1786500" cy="1536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Urbanist"/>
              <a:buChar char="●"/>
              <a:defRPr sz="1000">
                <a:solidFill>
                  <a:schemeClr val="dk1"/>
                </a:solidFill>
              </a:defRPr>
            </a:lvl1pPr>
            <a:lvl2pPr indent="-292100" lvl="1" marL="914400">
              <a:spcBef>
                <a:spcPts val="0"/>
              </a:spcBef>
              <a:spcAft>
                <a:spcPts val="0"/>
              </a:spcAft>
              <a:buClr>
                <a:schemeClr val="dk1"/>
              </a:buClr>
              <a:buSzPts val="1000"/>
              <a:buFont typeface="Urbanist"/>
              <a:buChar char="○"/>
              <a:defRPr sz="1000">
                <a:solidFill>
                  <a:schemeClr val="dk1"/>
                </a:solidFill>
              </a:defRPr>
            </a:lvl2pPr>
            <a:lvl3pPr indent="-292100" lvl="2" marL="1371600">
              <a:spcBef>
                <a:spcPts val="0"/>
              </a:spcBef>
              <a:spcAft>
                <a:spcPts val="0"/>
              </a:spcAft>
              <a:buClr>
                <a:schemeClr val="dk1"/>
              </a:buClr>
              <a:buSzPts val="1000"/>
              <a:buFont typeface="Urbanist"/>
              <a:buChar char="■"/>
              <a:defRPr sz="1000">
                <a:solidFill>
                  <a:schemeClr val="dk1"/>
                </a:solidFill>
              </a:defRPr>
            </a:lvl3pPr>
            <a:lvl4pPr indent="-292100" lvl="3" marL="1828800">
              <a:spcBef>
                <a:spcPts val="0"/>
              </a:spcBef>
              <a:spcAft>
                <a:spcPts val="0"/>
              </a:spcAft>
              <a:buClr>
                <a:schemeClr val="dk1"/>
              </a:buClr>
              <a:buSzPts val="1000"/>
              <a:buFont typeface="Urbanist"/>
              <a:buChar char="●"/>
              <a:defRPr sz="1000">
                <a:solidFill>
                  <a:schemeClr val="dk1"/>
                </a:solidFill>
              </a:defRPr>
            </a:lvl4pPr>
            <a:lvl5pPr indent="-292100" lvl="4" marL="2286000">
              <a:spcBef>
                <a:spcPts val="0"/>
              </a:spcBef>
              <a:spcAft>
                <a:spcPts val="0"/>
              </a:spcAft>
              <a:buClr>
                <a:schemeClr val="dk1"/>
              </a:buClr>
              <a:buSzPts val="1000"/>
              <a:buFont typeface="Urbanist"/>
              <a:buChar char="○"/>
              <a:defRPr sz="1000">
                <a:solidFill>
                  <a:schemeClr val="dk1"/>
                </a:solidFill>
              </a:defRPr>
            </a:lvl5pPr>
            <a:lvl6pPr indent="-292100" lvl="5" marL="2743200">
              <a:spcBef>
                <a:spcPts val="0"/>
              </a:spcBef>
              <a:spcAft>
                <a:spcPts val="0"/>
              </a:spcAft>
              <a:buClr>
                <a:schemeClr val="dk1"/>
              </a:buClr>
              <a:buSzPts val="1000"/>
              <a:buFont typeface="Urbanist"/>
              <a:buChar char="■"/>
              <a:defRPr sz="1000">
                <a:solidFill>
                  <a:schemeClr val="dk1"/>
                </a:solidFill>
              </a:defRPr>
            </a:lvl6pPr>
            <a:lvl7pPr indent="-292100" lvl="6" marL="3200400">
              <a:spcBef>
                <a:spcPts val="0"/>
              </a:spcBef>
              <a:spcAft>
                <a:spcPts val="0"/>
              </a:spcAft>
              <a:buClr>
                <a:schemeClr val="dk1"/>
              </a:buClr>
              <a:buSzPts val="1000"/>
              <a:buFont typeface="Urbanist"/>
              <a:buChar char="●"/>
              <a:defRPr sz="1000">
                <a:solidFill>
                  <a:schemeClr val="dk1"/>
                </a:solidFill>
              </a:defRPr>
            </a:lvl7pPr>
            <a:lvl8pPr indent="-292100" lvl="7" marL="3657600">
              <a:spcBef>
                <a:spcPts val="0"/>
              </a:spcBef>
              <a:spcAft>
                <a:spcPts val="0"/>
              </a:spcAft>
              <a:buClr>
                <a:schemeClr val="dk1"/>
              </a:buClr>
              <a:buSzPts val="1000"/>
              <a:buFont typeface="Urbanist"/>
              <a:buChar char="○"/>
              <a:defRPr sz="1000">
                <a:solidFill>
                  <a:schemeClr val="dk1"/>
                </a:solidFill>
              </a:defRPr>
            </a:lvl8pPr>
            <a:lvl9pPr indent="-292100" lvl="8" marL="4114800">
              <a:spcBef>
                <a:spcPts val="0"/>
              </a:spcBef>
              <a:spcAft>
                <a:spcPts val="0"/>
              </a:spcAft>
              <a:buClr>
                <a:schemeClr val="dk1"/>
              </a:buClr>
              <a:buSzPts val="1000"/>
              <a:buFont typeface="Urbanist"/>
              <a:buChar char="■"/>
              <a:defRPr sz="1000">
                <a:solidFill>
                  <a:schemeClr val="dk1"/>
                </a:solidFill>
              </a:defRPr>
            </a:lvl9pPr>
          </a:lstStyle>
          <a:p/>
        </p:txBody>
      </p:sp>
      <p:sp>
        <p:nvSpPr>
          <p:cNvPr id="270" name="Google Shape;270;p17"/>
          <p:cNvSpPr txBox="1"/>
          <p:nvPr>
            <p:ph idx="7" type="subTitle"/>
          </p:nvPr>
        </p:nvSpPr>
        <p:spPr>
          <a:xfrm>
            <a:off x="2580250" y="1528150"/>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71" name="Google Shape;271;p17"/>
          <p:cNvSpPr txBox="1"/>
          <p:nvPr>
            <p:ph idx="8" type="body"/>
          </p:nvPr>
        </p:nvSpPr>
        <p:spPr>
          <a:xfrm>
            <a:off x="2580250" y="1791652"/>
            <a:ext cx="2911500" cy="6105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cxnSp>
        <p:nvCxnSpPr>
          <p:cNvPr id="272" name="Google Shape;272;p17"/>
          <p:cNvCxnSpPr/>
          <p:nvPr/>
        </p:nvCxnSpPr>
        <p:spPr>
          <a:xfrm>
            <a:off x="2423700" y="2531312"/>
            <a:ext cx="3194400" cy="0"/>
          </a:xfrm>
          <a:prstGeom prst="straightConnector1">
            <a:avLst/>
          </a:prstGeom>
          <a:noFill/>
          <a:ln cap="flat" cmpd="sng" w="9525">
            <a:solidFill>
              <a:schemeClr val="dk1"/>
            </a:solidFill>
            <a:prstDash val="solid"/>
            <a:round/>
            <a:headEnd len="med" w="med" type="none"/>
            <a:tailEnd len="med" w="med" type="none"/>
          </a:ln>
        </p:spPr>
      </p:cxnSp>
      <p:cxnSp>
        <p:nvCxnSpPr>
          <p:cNvPr id="273" name="Google Shape;273;p17"/>
          <p:cNvCxnSpPr/>
          <p:nvPr/>
        </p:nvCxnSpPr>
        <p:spPr>
          <a:xfrm>
            <a:off x="2423700" y="3583537"/>
            <a:ext cx="3194400" cy="0"/>
          </a:xfrm>
          <a:prstGeom prst="straightConnector1">
            <a:avLst/>
          </a:prstGeom>
          <a:noFill/>
          <a:ln cap="flat" cmpd="sng" w="9525">
            <a:solidFill>
              <a:schemeClr val="dk1"/>
            </a:solidFill>
            <a:prstDash val="solid"/>
            <a:round/>
            <a:headEnd len="med" w="med" type="none"/>
            <a:tailEnd len="med" w="med" type="none"/>
          </a:ln>
        </p:spPr>
      </p:cxnSp>
      <p:sp>
        <p:nvSpPr>
          <p:cNvPr id="274" name="Google Shape;274;p17"/>
          <p:cNvSpPr txBox="1"/>
          <p:nvPr>
            <p:ph idx="9" type="subTitle"/>
          </p:nvPr>
        </p:nvSpPr>
        <p:spPr>
          <a:xfrm>
            <a:off x="2580250" y="26604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75" name="Google Shape;275;p17"/>
          <p:cNvSpPr txBox="1"/>
          <p:nvPr>
            <p:ph idx="13" type="body"/>
          </p:nvPr>
        </p:nvSpPr>
        <p:spPr>
          <a:xfrm>
            <a:off x="2580250" y="2931046"/>
            <a:ext cx="2911500" cy="610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76" name="Google Shape;276;p17"/>
          <p:cNvSpPr/>
          <p:nvPr/>
        </p:nvSpPr>
        <p:spPr>
          <a:xfrm flipH="1">
            <a:off x="2600988"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7" name="Google Shape;277;p17"/>
          <p:cNvSpPr/>
          <p:nvPr/>
        </p:nvSpPr>
        <p:spPr>
          <a:xfrm flipH="1">
            <a:off x="3654625"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8" name="Google Shape;278;p17"/>
          <p:cNvSpPr/>
          <p:nvPr/>
        </p:nvSpPr>
        <p:spPr>
          <a:xfrm flipH="1">
            <a:off x="4602650"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9" name="Google Shape;279;p17"/>
          <p:cNvSpPr txBox="1"/>
          <p:nvPr>
            <p:ph idx="14" type="subTitle"/>
          </p:nvPr>
        </p:nvSpPr>
        <p:spPr>
          <a:xfrm>
            <a:off x="2567250" y="36718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80" name="Google Shape;280;p17"/>
          <p:cNvSpPr txBox="1"/>
          <p:nvPr>
            <p:ph idx="15" type="subTitle"/>
          </p:nvPr>
        </p:nvSpPr>
        <p:spPr>
          <a:xfrm>
            <a:off x="5877425" y="15281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281" name="Google Shape;281;p17"/>
          <p:cNvSpPr txBox="1"/>
          <p:nvPr>
            <p:ph idx="16" type="subTitle"/>
          </p:nvPr>
        </p:nvSpPr>
        <p:spPr>
          <a:xfrm>
            <a:off x="5877425" y="178110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2" name="Google Shape;282;p17"/>
          <p:cNvSpPr txBox="1"/>
          <p:nvPr>
            <p:ph idx="17" type="subTitle"/>
          </p:nvPr>
        </p:nvSpPr>
        <p:spPr>
          <a:xfrm>
            <a:off x="5877425" y="22191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3" name="Google Shape;283;p17"/>
          <p:cNvSpPr txBox="1"/>
          <p:nvPr>
            <p:ph idx="18" type="subTitle"/>
          </p:nvPr>
        </p:nvSpPr>
        <p:spPr>
          <a:xfrm>
            <a:off x="5877425" y="26572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4" name="Google Shape;284;p17"/>
          <p:cNvSpPr txBox="1"/>
          <p:nvPr>
            <p:ph idx="19" type="subTitle"/>
          </p:nvPr>
        </p:nvSpPr>
        <p:spPr>
          <a:xfrm>
            <a:off x="5877425" y="335493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285" name="Google Shape;285;p17"/>
          <p:cNvSpPr txBox="1"/>
          <p:nvPr>
            <p:ph idx="20"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86" name="Google Shape;286;p1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87" name="Google Shape;287;p1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4">
    <p:spTree>
      <p:nvGrpSpPr>
        <p:cNvPr id="288" name="Shape 288"/>
        <p:cNvGrpSpPr/>
        <p:nvPr/>
      </p:nvGrpSpPr>
      <p:grpSpPr>
        <a:xfrm>
          <a:off x="0" y="0"/>
          <a:ext cx="0" cy="0"/>
          <a:chOff x="0" y="0"/>
          <a:chExt cx="0" cy="0"/>
        </a:xfrm>
      </p:grpSpPr>
      <p:sp>
        <p:nvSpPr>
          <p:cNvPr id="289" name="Google Shape;289;p18"/>
          <p:cNvSpPr txBox="1"/>
          <p:nvPr>
            <p:ph idx="1" type="body"/>
          </p:nvPr>
        </p:nvSpPr>
        <p:spPr>
          <a:xfrm>
            <a:off x="2054000" y="2952175"/>
            <a:ext cx="1377600" cy="9378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290" name="Google Shape;290;p18"/>
          <p:cNvSpPr txBox="1"/>
          <p:nvPr>
            <p:ph idx="2" type="body"/>
          </p:nvPr>
        </p:nvSpPr>
        <p:spPr>
          <a:xfrm>
            <a:off x="2461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1" name="Google Shape;291;p18"/>
          <p:cNvSpPr txBox="1"/>
          <p:nvPr>
            <p:ph idx="3" type="subTitle"/>
          </p:nvPr>
        </p:nvSpPr>
        <p:spPr>
          <a:xfrm>
            <a:off x="382995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292" name="Google Shape;292;p18"/>
          <p:cNvSpPr txBox="1"/>
          <p:nvPr>
            <p:ph idx="4" type="body"/>
          </p:nvPr>
        </p:nvSpPr>
        <p:spPr>
          <a:xfrm>
            <a:off x="3848250" y="2952163"/>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3" name="Google Shape;293;p18"/>
          <p:cNvSpPr txBox="1"/>
          <p:nvPr>
            <p:ph idx="5" type="subTitle"/>
          </p:nvPr>
        </p:nvSpPr>
        <p:spPr>
          <a:xfrm>
            <a:off x="20774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294" name="Google Shape;294;p18"/>
          <p:cNvSpPr txBox="1"/>
          <p:nvPr>
            <p:ph idx="6" type="body"/>
          </p:nvPr>
        </p:nvSpPr>
        <p:spPr>
          <a:xfrm>
            <a:off x="5634175"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5" name="Google Shape;295;p18"/>
          <p:cNvSpPr txBox="1"/>
          <p:nvPr>
            <p:ph idx="7"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6" name="Google Shape;296;p18"/>
          <p:cNvSpPr txBox="1"/>
          <p:nvPr>
            <p:ph idx="8"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7" name="Google Shape;297;p18"/>
          <p:cNvSpPr txBox="1"/>
          <p:nvPr>
            <p:ph idx="9"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98" name="Google Shape;298;p1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99" name="Google Shape;299;p18"/>
          <p:cNvSpPr txBox="1"/>
          <p:nvPr>
            <p:ph type="title"/>
          </p:nvPr>
        </p:nvSpPr>
        <p:spPr>
          <a:xfrm>
            <a:off x="228600" y="613525"/>
            <a:ext cx="6841500" cy="7530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300" name="Google Shape;300;p18"/>
          <p:cNvSpPr txBox="1"/>
          <p:nvPr>
            <p:ph idx="13" type="subTitle"/>
          </p:nvPr>
        </p:nvSpPr>
        <p:spPr>
          <a:xfrm>
            <a:off x="2775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000"/>
              <a:buFont typeface="Urbanist"/>
              <a:buNone/>
              <a:defRPr sz="1000">
                <a:solidFill>
                  <a:schemeClr val="dk1"/>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1" name="Google Shape;301;p18"/>
          <p:cNvSpPr txBox="1"/>
          <p:nvPr>
            <p:ph idx="14" type="subTitle"/>
          </p:nvPr>
        </p:nvSpPr>
        <p:spPr>
          <a:xfrm>
            <a:off x="38773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02" name="Google Shape;302;p18"/>
          <p:cNvSpPr txBox="1"/>
          <p:nvPr>
            <p:ph idx="15" type="subTitle"/>
          </p:nvPr>
        </p:nvSpPr>
        <p:spPr>
          <a:xfrm>
            <a:off x="56772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3" name="Google Shape;303;p18"/>
          <p:cNvSpPr txBox="1"/>
          <p:nvPr>
            <p:ph idx="16" type="subTitle"/>
          </p:nvPr>
        </p:nvSpPr>
        <p:spPr>
          <a:xfrm>
            <a:off x="74771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4" name="Google Shape;304;p18"/>
          <p:cNvSpPr txBox="1"/>
          <p:nvPr>
            <p:ph idx="17" type="subTitle"/>
          </p:nvPr>
        </p:nvSpPr>
        <p:spPr>
          <a:xfrm>
            <a:off x="23880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200"/>
              <a:buFont typeface="Urbanist"/>
              <a:buNone/>
              <a:defRPr b="1" sz="1200">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5" name="Google Shape;305;p18"/>
          <p:cNvSpPr txBox="1"/>
          <p:nvPr>
            <p:ph idx="18" type="subTitle"/>
          </p:nvPr>
        </p:nvSpPr>
        <p:spPr>
          <a:xfrm>
            <a:off x="2034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6" name="Google Shape;306;p18"/>
          <p:cNvSpPr txBox="1"/>
          <p:nvPr>
            <p:ph idx="19" type="subTitle"/>
          </p:nvPr>
        </p:nvSpPr>
        <p:spPr>
          <a:xfrm>
            <a:off x="5645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7" name="Google Shape;307;p18"/>
          <p:cNvSpPr txBox="1"/>
          <p:nvPr>
            <p:ph idx="20" type="subTitle"/>
          </p:nvPr>
        </p:nvSpPr>
        <p:spPr>
          <a:xfrm>
            <a:off x="7460789"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8" name="Google Shape;308;p18"/>
          <p:cNvSpPr txBox="1"/>
          <p:nvPr>
            <p:ph idx="21" type="subTitle"/>
          </p:nvPr>
        </p:nvSpPr>
        <p:spPr>
          <a:xfrm>
            <a:off x="372900" y="202945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600"/>
              <a:buFont typeface="Urbanist"/>
              <a:buNone/>
              <a:defRPr b="1">
                <a:solidFill>
                  <a:schemeClr val="dk1"/>
                </a:solidFill>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309" name="Google Shape;309;p18"/>
          <p:cNvSpPr txBox="1"/>
          <p:nvPr>
            <p:ph idx="22" type="subTitle"/>
          </p:nvPr>
        </p:nvSpPr>
        <p:spPr>
          <a:xfrm>
            <a:off x="2178663"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0" name="Google Shape;310;p18"/>
          <p:cNvSpPr txBox="1"/>
          <p:nvPr>
            <p:ph idx="23" type="subTitle"/>
          </p:nvPr>
        </p:nvSpPr>
        <p:spPr>
          <a:xfrm>
            <a:off x="3974250"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1" name="Google Shape;311;p18"/>
          <p:cNvSpPr txBox="1"/>
          <p:nvPr>
            <p:ph idx="24" type="subTitle"/>
          </p:nvPr>
        </p:nvSpPr>
        <p:spPr>
          <a:xfrm>
            <a:off x="5789675"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2" name="Google Shape;312;p18"/>
          <p:cNvSpPr txBox="1"/>
          <p:nvPr>
            <p:ph idx="25" type="subTitle"/>
          </p:nvPr>
        </p:nvSpPr>
        <p:spPr>
          <a:xfrm>
            <a:off x="7605089"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3" name="Google Shape;313;p18"/>
          <p:cNvSpPr txBox="1"/>
          <p:nvPr>
            <p:ph idx="26" type="body"/>
          </p:nvPr>
        </p:nvSpPr>
        <p:spPr>
          <a:xfrm>
            <a:off x="74503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14" name="Google Shape;314;p1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5" name="Google Shape;315;p1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
  <p:cSld name="CUSTOM_5">
    <p:spTree>
      <p:nvGrpSpPr>
        <p:cNvPr id="316" name="Shape 316"/>
        <p:cNvGrpSpPr/>
        <p:nvPr/>
      </p:nvGrpSpPr>
      <p:grpSpPr>
        <a:xfrm>
          <a:off x="0" y="0"/>
          <a:ext cx="0" cy="0"/>
          <a:chOff x="0" y="0"/>
          <a:chExt cx="0" cy="0"/>
        </a:xfrm>
      </p:grpSpPr>
      <p:sp>
        <p:nvSpPr>
          <p:cNvPr id="317" name="Google Shape;317;p1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18" name="Google Shape;318;p1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19" name="Google Shape;319;p1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20" name="Google Shape;320;p1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21" name="Google Shape;321;p1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22" name="Google Shape;322;p1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23" name="Google Shape;323;p19"/>
          <p:cNvSpPr txBox="1"/>
          <p:nvPr>
            <p:ph idx="4" type="subTitle"/>
          </p:nvPr>
        </p:nvSpPr>
        <p:spPr>
          <a:xfrm>
            <a:off x="6314800" y="458325"/>
            <a:ext cx="229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19"/>
          <p:cNvSpPr txBox="1"/>
          <p:nvPr>
            <p:ph type="title"/>
          </p:nvPr>
        </p:nvSpPr>
        <p:spPr>
          <a:xfrm>
            <a:off x="237650" y="746900"/>
            <a:ext cx="2834700" cy="25908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25" name="Google Shape;325;p19"/>
          <p:cNvSpPr txBox="1"/>
          <p:nvPr>
            <p:ph idx="5" type="subTitle"/>
          </p:nvPr>
        </p:nvSpPr>
        <p:spPr>
          <a:xfrm>
            <a:off x="229175" y="229175"/>
            <a:ext cx="283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26" name="Google Shape;326;p19"/>
          <p:cNvSpPr txBox="1"/>
          <p:nvPr>
            <p:ph idx="6" type="subTitle"/>
          </p:nvPr>
        </p:nvSpPr>
        <p:spPr>
          <a:xfrm>
            <a:off x="3437500" y="882725"/>
            <a:ext cx="22947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27" name="Google Shape;327;p19"/>
          <p:cNvSpPr txBox="1"/>
          <p:nvPr>
            <p:ph idx="7" type="title"/>
          </p:nvPr>
        </p:nvSpPr>
        <p:spPr>
          <a:xfrm>
            <a:off x="3611850" y="1848195"/>
            <a:ext cx="1924200" cy="594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None/>
              <a:defRPr sz="6200"/>
            </a:lvl1pPr>
            <a:lvl2pPr lvl="1">
              <a:spcBef>
                <a:spcPts val="0"/>
              </a:spcBef>
              <a:spcAft>
                <a:spcPts val="0"/>
              </a:spcAft>
              <a:buClr>
                <a:schemeClr val="lt1"/>
              </a:buClr>
              <a:buSzPts val="6200"/>
              <a:buNone/>
              <a:defRPr sz="6200"/>
            </a:lvl2pPr>
            <a:lvl3pPr lvl="2">
              <a:spcBef>
                <a:spcPts val="0"/>
              </a:spcBef>
              <a:spcAft>
                <a:spcPts val="0"/>
              </a:spcAft>
              <a:buClr>
                <a:schemeClr val="lt1"/>
              </a:buClr>
              <a:buSzPts val="6200"/>
              <a:buNone/>
              <a:defRPr sz="6200"/>
            </a:lvl3pPr>
            <a:lvl4pPr lvl="3">
              <a:spcBef>
                <a:spcPts val="0"/>
              </a:spcBef>
              <a:spcAft>
                <a:spcPts val="0"/>
              </a:spcAft>
              <a:buClr>
                <a:schemeClr val="lt1"/>
              </a:buClr>
              <a:buSzPts val="6200"/>
              <a:buNone/>
              <a:defRPr sz="6200"/>
            </a:lvl4pPr>
            <a:lvl5pPr lvl="4">
              <a:spcBef>
                <a:spcPts val="0"/>
              </a:spcBef>
              <a:spcAft>
                <a:spcPts val="0"/>
              </a:spcAft>
              <a:buClr>
                <a:schemeClr val="lt1"/>
              </a:buClr>
              <a:buSzPts val="6200"/>
              <a:buNone/>
              <a:defRPr sz="6200"/>
            </a:lvl5pPr>
            <a:lvl6pPr lvl="5">
              <a:spcBef>
                <a:spcPts val="0"/>
              </a:spcBef>
              <a:spcAft>
                <a:spcPts val="0"/>
              </a:spcAft>
              <a:buClr>
                <a:schemeClr val="lt1"/>
              </a:buClr>
              <a:buSzPts val="6200"/>
              <a:buNone/>
              <a:defRPr sz="6200"/>
            </a:lvl6pPr>
            <a:lvl7pPr lvl="6">
              <a:spcBef>
                <a:spcPts val="0"/>
              </a:spcBef>
              <a:spcAft>
                <a:spcPts val="0"/>
              </a:spcAft>
              <a:buClr>
                <a:schemeClr val="lt1"/>
              </a:buClr>
              <a:buSzPts val="6200"/>
              <a:buNone/>
              <a:defRPr sz="6200"/>
            </a:lvl7pPr>
            <a:lvl8pPr lvl="7">
              <a:spcBef>
                <a:spcPts val="0"/>
              </a:spcBef>
              <a:spcAft>
                <a:spcPts val="0"/>
              </a:spcAft>
              <a:buClr>
                <a:schemeClr val="lt1"/>
              </a:buClr>
              <a:buSzPts val="6200"/>
              <a:buNone/>
              <a:defRPr sz="6200"/>
            </a:lvl8pPr>
            <a:lvl9pPr lvl="8">
              <a:spcBef>
                <a:spcPts val="0"/>
              </a:spcBef>
              <a:spcAft>
                <a:spcPts val="0"/>
              </a:spcAft>
              <a:buClr>
                <a:schemeClr val="lt1"/>
              </a:buClr>
              <a:buSzPts val="6200"/>
              <a:buNone/>
              <a:defRPr sz="6200"/>
            </a:lvl9pPr>
          </a:lstStyle>
          <a:p/>
        </p:txBody>
      </p:sp>
      <p:sp>
        <p:nvSpPr>
          <p:cNvPr id="328" name="Google Shape;328;p19"/>
          <p:cNvSpPr txBox="1"/>
          <p:nvPr>
            <p:ph idx="8" type="title"/>
          </p:nvPr>
        </p:nvSpPr>
        <p:spPr>
          <a:xfrm>
            <a:off x="3611850" y="3250202"/>
            <a:ext cx="1920300" cy="59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Font typeface="Urbanist"/>
              <a:buNone/>
              <a:defRPr sz="6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29" name="Google Shape;329;p19"/>
          <p:cNvSpPr txBox="1"/>
          <p:nvPr>
            <p:ph idx="9" type="subTitle"/>
          </p:nvPr>
        </p:nvSpPr>
        <p:spPr>
          <a:xfrm>
            <a:off x="3611850" y="2707575"/>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0" name="Google Shape;330;p19"/>
          <p:cNvSpPr txBox="1"/>
          <p:nvPr>
            <p:ph idx="13" type="subTitle"/>
          </p:nvPr>
        </p:nvSpPr>
        <p:spPr>
          <a:xfrm>
            <a:off x="3611850" y="4076800"/>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1" name="Google Shape;331;p19"/>
          <p:cNvSpPr txBox="1"/>
          <p:nvPr>
            <p:ph idx="14" type="subTitle"/>
          </p:nvPr>
        </p:nvSpPr>
        <p:spPr>
          <a:xfrm>
            <a:off x="6258900" y="3267725"/>
            <a:ext cx="24783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2" name="Google Shape;332;p19"/>
          <p:cNvSpPr txBox="1"/>
          <p:nvPr>
            <p:ph idx="15" type="subTitle"/>
          </p:nvPr>
        </p:nvSpPr>
        <p:spPr>
          <a:xfrm>
            <a:off x="6258900" y="3955225"/>
            <a:ext cx="2478300" cy="3300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6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33" name="Shape 333"/>
        <p:cNvGrpSpPr/>
        <p:nvPr/>
      </p:nvGrpSpPr>
      <p:grpSpPr>
        <a:xfrm>
          <a:off x="0" y="0"/>
          <a:ext cx="0" cy="0"/>
          <a:chOff x="0" y="0"/>
          <a:chExt cx="0" cy="0"/>
        </a:xfrm>
      </p:grpSpPr>
      <p:sp>
        <p:nvSpPr>
          <p:cNvPr id="334" name="Google Shape;334;p2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35" name="Google Shape;335;p2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6" name="Shape 336"/>
        <p:cNvGrpSpPr/>
        <p:nvPr/>
      </p:nvGrpSpPr>
      <p:grpSpPr>
        <a:xfrm>
          <a:off x="0" y="0"/>
          <a:ext cx="0" cy="0"/>
          <a:chOff x="0" y="0"/>
          <a:chExt cx="0" cy="0"/>
        </a:xfrm>
      </p:grpSpPr>
      <p:sp>
        <p:nvSpPr>
          <p:cNvPr id="337" name="Google Shape;337;p2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38" name="Shape 338"/>
        <p:cNvGrpSpPr/>
        <p:nvPr/>
      </p:nvGrpSpPr>
      <p:grpSpPr>
        <a:xfrm>
          <a:off x="0" y="0"/>
          <a:ext cx="0" cy="0"/>
          <a:chOff x="0" y="0"/>
          <a:chExt cx="0" cy="0"/>
        </a:xfrm>
      </p:grpSpPr>
      <p:sp>
        <p:nvSpPr>
          <p:cNvPr id="339" name="Google Shape;339;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0" name="Google Shape;340;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41" name="Shape 341"/>
        <p:cNvGrpSpPr/>
        <p:nvPr/>
      </p:nvGrpSpPr>
      <p:grpSpPr>
        <a:xfrm>
          <a:off x="0" y="0"/>
          <a:ext cx="0" cy="0"/>
          <a:chOff x="0" y="0"/>
          <a:chExt cx="0" cy="0"/>
        </a:xfrm>
      </p:grpSpPr>
      <p:sp>
        <p:nvSpPr>
          <p:cNvPr id="342" name="Google Shape;342;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3" name="Google Shape;343;p23"/>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4" name="Google Shape;344;p23"/>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5" name="Shape 345"/>
        <p:cNvGrpSpPr/>
        <p:nvPr/>
      </p:nvGrpSpPr>
      <p:grpSpPr>
        <a:xfrm>
          <a:off x="0" y="0"/>
          <a:ext cx="0" cy="0"/>
          <a:chOff x="0" y="0"/>
          <a:chExt cx="0" cy="0"/>
        </a:xfrm>
      </p:grpSpPr>
      <p:sp>
        <p:nvSpPr>
          <p:cNvPr id="346" name="Google Shape;346;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7" name="Shape 347"/>
        <p:cNvGrpSpPr/>
        <p:nvPr/>
      </p:nvGrpSpPr>
      <p:grpSpPr>
        <a:xfrm>
          <a:off x="0" y="0"/>
          <a:ext cx="0" cy="0"/>
          <a:chOff x="0" y="0"/>
          <a:chExt cx="0" cy="0"/>
        </a:xfrm>
      </p:grpSpPr>
      <p:sp>
        <p:nvSpPr>
          <p:cNvPr id="348" name="Google Shape;348;p25"/>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9" name="Google Shape;349;p25"/>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50" name="Shape 350"/>
        <p:cNvGrpSpPr/>
        <p:nvPr/>
      </p:nvGrpSpPr>
      <p:grpSpPr>
        <a:xfrm>
          <a:off x="0" y="0"/>
          <a:ext cx="0" cy="0"/>
          <a:chOff x="0" y="0"/>
          <a:chExt cx="0" cy="0"/>
        </a:xfrm>
      </p:grpSpPr>
      <p:sp>
        <p:nvSpPr>
          <p:cNvPr id="351" name="Google Shape;351;p26"/>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52" name="Shape 352"/>
        <p:cNvGrpSpPr/>
        <p:nvPr/>
      </p:nvGrpSpPr>
      <p:grpSpPr>
        <a:xfrm>
          <a:off x="0" y="0"/>
          <a:ext cx="0" cy="0"/>
          <a:chOff x="0" y="0"/>
          <a:chExt cx="0" cy="0"/>
        </a:xfrm>
      </p:grpSpPr>
      <p:sp>
        <p:nvSpPr>
          <p:cNvPr id="353" name="Google Shape;353;p27"/>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54" name="Google Shape;354;p27"/>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55" name="Google Shape;355;p27"/>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6" name="Shape 356"/>
        <p:cNvGrpSpPr/>
        <p:nvPr/>
      </p:nvGrpSpPr>
      <p:grpSpPr>
        <a:xfrm>
          <a:off x="0" y="0"/>
          <a:ext cx="0" cy="0"/>
          <a:chOff x="0" y="0"/>
          <a:chExt cx="0" cy="0"/>
        </a:xfrm>
      </p:grpSpPr>
      <p:sp>
        <p:nvSpPr>
          <p:cNvPr id="357" name="Google Shape;357;p28"/>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8" name="Shape 358"/>
        <p:cNvGrpSpPr/>
        <p:nvPr/>
      </p:nvGrpSpPr>
      <p:grpSpPr>
        <a:xfrm>
          <a:off x="0" y="0"/>
          <a:ext cx="0" cy="0"/>
          <a:chOff x="0" y="0"/>
          <a:chExt cx="0" cy="0"/>
        </a:xfrm>
      </p:grpSpPr>
      <p:sp>
        <p:nvSpPr>
          <p:cNvPr id="359" name="Google Shape;359;p29"/>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0" name="Google Shape;360;p29"/>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1" name="Shape 361"/>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62" name="Shape 362"/>
        <p:cNvGrpSpPr/>
        <p:nvPr/>
      </p:nvGrpSpPr>
      <p:grpSpPr>
        <a:xfrm>
          <a:off x="0" y="0"/>
          <a:ext cx="0" cy="0"/>
          <a:chOff x="0" y="0"/>
          <a:chExt cx="0" cy="0"/>
        </a:xfrm>
      </p:grpSpPr>
      <p:sp>
        <p:nvSpPr>
          <p:cNvPr id="363" name="Google Shape;363;p3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4" name="Google Shape;364;p3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5" name="Google Shape;365;p3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6" name="Google Shape;366;p3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7" name="Google Shape;367;p3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3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9" name="Google Shape;369;p3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70" name="Shape 370"/>
        <p:cNvGrpSpPr/>
        <p:nvPr/>
      </p:nvGrpSpPr>
      <p:grpSpPr>
        <a:xfrm>
          <a:off x="0" y="0"/>
          <a:ext cx="0" cy="0"/>
          <a:chOff x="0" y="0"/>
          <a:chExt cx="0" cy="0"/>
        </a:xfrm>
      </p:grpSpPr>
      <p:sp>
        <p:nvSpPr>
          <p:cNvPr id="371" name="Google Shape;371;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2" name="Google Shape;372;p32"/>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3" name="Google Shape;373;p3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74" name="Shape 374"/>
        <p:cNvGrpSpPr/>
        <p:nvPr/>
      </p:nvGrpSpPr>
      <p:grpSpPr>
        <a:xfrm>
          <a:off x="0" y="0"/>
          <a:ext cx="0" cy="0"/>
          <a:chOff x="0" y="0"/>
          <a:chExt cx="0" cy="0"/>
        </a:xfrm>
      </p:grpSpPr>
      <p:sp>
        <p:nvSpPr>
          <p:cNvPr id="375" name="Google Shape;375;p3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6" name="Google Shape;376;p33"/>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7" name="Google Shape;377;p3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8" name="Google Shape;378;p3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9" name="Google Shape;379;p3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80" name="Shape 380"/>
        <p:cNvGrpSpPr/>
        <p:nvPr/>
      </p:nvGrpSpPr>
      <p:grpSpPr>
        <a:xfrm>
          <a:off x="0" y="0"/>
          <a:ext cx="0" cy="0"/>
          <a:chOff x="0" y="0"/>
          <a:chExt cx="0" cy="0"/>
        </a:xfrm>
      </p:grpSpPr>
      <p:sp>
        <p:nvSpPr>
          <p:cNvPr id="381" name="Google Shape;381;p34"/>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82" name="Google Shape;382;p3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3" name="Google Shape;383;p3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4" name="Google Shape;384;p3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5" name="Google Shape;385;p3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6" name="Google Shape;386;p3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7" name="Google Shape;387;p3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88" name="Shape 388"/>
        <p:cNvGrpSpPr/>
        <p:nvPr/>
      </p:nvGrpSpPr>
      <p:grpSpPr>
        <a:xfrm>
          <a:off x="0" y="0"/>
          <a:ext cx="0" cy="0"/>
          <a:chOff x="0" y="0"/>
          <a:chExt cx="0" cy="0"/>
        </a:xfrm>
      </p:grpSpPr>
      <p:sp>
        <p:nvSpPr>
          <p:cNvPr id="389" name="Google Shape;389;p35"/>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90" name="Google Shape;390;p3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1" name="Google Shape;391;p3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2" name="Google Shape;392;p3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3" name="Google Shape;393;p3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94" name="Google Shape;394;p3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5" name="Google Shape;395;p3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6" name="Google Shape;396;p3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7" name="Google Shape;397;p3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98" name="Shape 398"/>
        <p:cNvGrpSpPr/>
        <p:nvPr/>
      </p:nvGrpSpPr>
      <p:grpSpPr>
        <a:xfrm>
          <a:off x="0" y="0"/>
          <a:ext cx="0" cy="0"/>
          <a:chOff x="0" y="0"/>
          <a:chExt cx="0" cy="0"/>
        </a:xfrm>
      </p:grpSpPr>
      <p:sp>
        <p:nvSpPr>
          <p:cNvPr id="399" name="Google Shape;399;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0" name="Google Shape;400;p3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01" name="Shape 401"/>
        <p:cNvGrpSpPr/>
        <p:nvPr/>
      </p:nvGrpSpPr>
      <p:grpSpPr>
        <a:xfrm>
          <a:off x="0" y="0"/>
          <a:ext cx="0" cy="0"/>
          <a:chOff x="0" y="0"/>
          <a:chExt cx="0" cy="0"/>
        </a:xfrm>
      </p:grpSpPr>
      <p:sp>
        <p:nvSpPr>
          <p:cNvPr id="402" name="Google Shape;402;p37"/>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3" name="Google Shape;403;p37"/>
          <p:cNvSpPr/>
          <p:nvPr>
            <p:ph idx="2" type="pic"/>
          </p:nvPr>
        </p:nvSpPr>
        <p:spPr>
          <a:xfrm>
            <a:off x="4804825" y="1133300"/>
            <a:ext cx="4027500" cy="2392800"/>
          </a:xfrm>
          <a:prstGeom prst="rect">
            <a:avLst/>
          </a:prstGeom>
          <a:noFill/>
          <a:ln>
            <a:noFill/>
          </a:ln>
        </p:spPr>
      </p:sp>
      <p:sp>
        <p:nvSpPr>
          <p:cNvPr id="404" name="Google Shape;404;p37"/>
          <p:cNvSpPr/>
          <p:nvPr>
            <p:ph idx="3" type="pic"/>
          </p:nvPr>
        </p:nvSpPr>
        <p:spPr>
          <a:xfrm>
            <a:off x="311725" y="1133300"/>
            <a:ext cx="4027500" cy="2392800"/>
          </a:xfrm>
          <a:prstGeom prst="rect">
            <a:avLst/>
          </a:prstGeom>
          <a:noFill/>
          <a:ln>
            <a:noFill/>
          </a:ln>
        </p:spPr>
      </p:sp>
      <p:sp>
        <p:nvSpPr>
          <p:cNvPr id="405" name="Google Shape;405;p3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6" name="Google Shape;406;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7" name="Google Shape;407;p3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8" name="Google Shape;408;p3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09" name="Shape 409"/>
        <p:cNvGrpSpPr/>
        <p:nvPr/>
      </p:nvGrpSpPr>
      <p:grpSpPr>
        <a:xfrm>
          <a:off x="0" y="0"/>
          <a:ext cx="0" cy="0"/>
          <a:chOff x="0" y="0"/>
          <a:chExt cx="0" cy="0"/>
        </a:xfrm>
      </p:grpSpPr>
      <p:sp>
        <p:nvSpPr>
          <p:cNvPr id="410" name="Google Shape;410;p38"/>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1" name="Google Shape;411;p38"/>
          <p:cNvSpPr/>
          <p:nvPr>
            <p:ph idx="2" type="pic"/>
          </p:nvPr>
        </p:nvSpPr>
        <p:spPr>
          <a:xfrm>
            <a:off x="6205225" y="1128325"/>
            <a:ext cx="2627100" cy="2273100"/>
          </a:xfrm>
          <a:prstGeom prst="rect">
            <a:avLst/>
          </a:prstGeom>
          <a:noFill/>
          <a:ln>
            <a:noFill/>
          </a:ln>
        </p:spPr>
      </p:sp>
      <p:sp>
        <p:nvSpPr>
          <p:cNvPr id="412" name="Google Shape;412;p38"/>
          <p:cNvSpPr/>
          <p:nvPr>
            <p:ph idx="3" type="pic"/>
          </p:nvPr>
        </p:nvSpPr>
        <p:spPr>
          <a:xfrm>
            <a:off x="311725" y="1128325"/>
            <a:ext cx="2627100" cy="2273100"/>
          </a:xfrm>
          <a:prstGeom prst="rect">
            <a:avLst/>
          </a:prstGeom>
          <a:noFill/>
          <a:ln>
            <a:noFill/>
          </a:ln>
        </p:spPr>
      </p:sp>
      <p:sp>
        <p:nvSpPr>
          <p:cNvPr id="413" name="Google Shape;413;p3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4" name="Google Shape;414;p38"/>
          <p:cNvSpPr/>
          <p:nvPr>
            <p:ph idx="5" type="pic"/>
          </p:nvPr>
        </p:nvSpPr>
        <p:spPr>
          <a:xfrm>
            <a:off x="3255250" y="1128325"/>
            <a:ext cx="2627100" cy="2273100"/>
          </a:xfrm>
          <a:prstGeom prst="rect">
            <a:avLst/>
          </a:prstGeom>
          <a:noFill/>
          <a:ln>
            <a:noFill/>
          </a:ln>
        </p:spPr>
      </p:sp>
      <p:sp>
        <p:nvSpPr>
          <p:cNvPr id="415" name="Google Shape;415;p3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6" name="Google Shape;416;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7" name="Google Shape;417;p3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8" name="Google Shape;418;p3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9" name="Google Shape;419;p3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20" name="Shape 420"/>
        <p:cNvGrpSpPr/>
        <p:nvPr/>
      </p:nvGrpSpPr>
      <p:grpSpPr>
        <a:xfrm>
          <a:off x="0" y="0"/>
          <a:ext cx="0" cy="0"/>
          <a:chOff x="0" y="0"/>
          <a:chExt cx="0" cy="0"/>
        </a:xfrm>
      </p:grpSpPr>
      <p:sp>
        <p:nvSpPr>
          <p:cNvPr id="421" name="Google Shape;421;p3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22" name="Shape 422"/>
        <p:cNvGrpSpPr/>
        <p:nvPr/>
      </p:nvGrpSpPr>
      <p:grpSpPr>
        <a:xfrm>
          <a:off x="0" y="0"/>
          <a:ext cx="0" cy="0"/>
          <a:chOff x="0" y="0"/>
          <a:chExt cx="0" cy="0"/>
        </a:xfrm>
      </p:grpSpPr>
      <p:sp>
        <p:nvSpPr>
          <p:cNvPr id="423" name="Google Shape;423;p40"/>
          <p:cNvSpPr/>
          <p:nvPr>
            <p:ph idx="2" type="pic"/>
          </p:nvPr>
        </p:nvSpPr>
        <p:spPr>
          <a:xfrm>
            <a:off x="3389600" y="118913"/>
            <a:ext cx="1643700" cy="1535100"/>
          </a:xfrm>
          <a:prstGeom prst="rect">
            <a:avLst/>
          </a:prstGeom>
          <a:noFill/>
          <a:ln>
            <a:noFill/>
          </a:ln>
        </p:spPr>
      </p:sp>
      <p:sp>
        <p:nvSpPr>
          <p:cNvPr id="424" name="Google Shape;424;p40"/>
          <p:cNvSpPr/>
          <p:nvPr>
            <p:ph idx="3" type="pic"/>
          </p:nvPr>
        </p:nvSpPr>
        <p:spPr>
          <a:xfrm>
            <a:off x="5195935" y="118913"/>
            <a:ext cx="1643700" cy="1535100"/>
          </a:xfrm>
          <a:prstGeom prst="rect">
            <a:avLst/>
          </a:prstGeom>
          <a:noFill/>
          <a:ln>
            <a:noFill/>
          </a:ln>
        </p:spPr>
      </p:sp>
      <p:sp>
        <p:nvSpPr>
          <p:cNvPr id="425" name="Google Shape;425;p40"/>
          <p:cNvSpPr/>
          <p:nvPr>
            <p:ph idx="4" type="pic"/>
          </p:nvPr>
        </p:nvSpPr>
        <p:spPr>
          <a:xfrm>
            <a:off x="7002270" y="118913"/>
            <a:ext cx="1643700" cy="1535100"/>
          </a:xfrm>
          <a:prstGeom prst="rect">
            <a:avLst/>
          </a:prstGeom>
          <a:noFill/>
          <a:ln>
            <a:noFill/>
          </a:ln>
        </p:spPr>
      </p:sp>
      <p:sp>
        <p:nvSpPr>
          <p:cNvPr id="426" name="Google Shape;426;p40"/>
          <p:cNvSpPr/>
          <p:nvPr>
            <p:ph idx="5" type="pic"/>
          </p:nvPr>
        </p:nvSpPr>
        <p:spPr>
          <a:xfrm>
            <a:off x="3389588" y="1804212"/>
            <a:ext cx="1643700" cy="1535100"/>
          </a:xfrm>
          <a:prstGeom prst="rect">
            <a:avLst/>
          </a:prstGeom>
          <a:noFill/>
          <a:ln>
            <a:noFill/>
          </a:ln>
        </p:spPr>
      </p:sp>
      <p:sp>
        <p:nvSpPr>
          <p:cNvPr id="427" name="Google Shape;427;p40"/>
          <p:cNvSpPr/>
          <p:nvPr>
            <p:ph idx="6" type="pic"/>
          </p:nvPr>
        </p:nvSpPr>
        <p:spPr>
          <a:xfrm>
            <a:off x="5195922" y="1804212"/>
            <a:ext cx="1643700" cy="1535100"/>
          </a:xfrm>
          <a:prstGeom prst="rect">
            <a:avLst/>
          </a:prstGeom>
          <a:noFill/>
          <a:ln>
            <a:noFill/>
          </a:ln>
        </p:spPr>
      </p:sp>
      <p:sp>
        <p:nvSpPr>
          <p:cNvPr id="428" name="Google Shape;428;p40"/>
          <p:cNvSpPr/>
          <p:nvPr>
            <p:ph idx="7" type="pic"/>
          </p:nvPr>
        </p:nvSpPr>
        <p:spPr>
          <a:xfrm>
            <a:off x="7002257" y="1804212"/>
            <a:ext cx="1643700" cy="1535100"/>
          </a:xfrm>
          <a:prstGeom prst="rect">
            <a:avLst/>
          </a:prstGeom>
          <a:noFill/>
          <a:ln>
            <a:noFill/>
          </a:ln>
        </p:spPr>
      </p:sp>
      <p:sp>
        <p:nvSpPr>
          <p:cNvPr id="429" name="Google Shape;429;p4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0" name="Google Shape;430;p40"/>
          <p:cNvSpPr/>
          <p:nvPr>
            <p:ph idx="8" type="pic"/>
          </p:nvPr>
        </p:nvSpPr>
        <p:spPr>
          <a:xfrm>
            <a:off x="3389588" y="3489487"/>
            <a:ext cx="1643700" cy="1535100"/>
          </a:xfrm>
          <a:prstGeom prst="rect">
            <a:avLst/>
          </a:prstGeom>
          <a:noFill/>
          <a:ln>
            <a:noFill/>
          </a:ln>
        </p:spPr>
      </p:sp>
      <p:sp>
        <p:nvSpPr>
          <p:cNvPr id="431" name="Google Shape;431;p40"/>
          <p:cNvSpPr/>
          <p:nvPr>
            <p:ph idx="9" type="pic"/>
          </p:nvPr>
        </p:nvSpPr>
        <p:spPr>
          <a:xfrm>
            <a:off x="5195922" y="3489487"/>
            <a:ext cx="1643700" cy="1535100"/>
          </a:xfrm>
          <a:prstGeom prst="rect">
            <a:avLst/>
          </a:prstGeom>
          <a:noFill/>
          <a:ln>
            <a:noFill/>
          </a:ln>
        </p:spPr>
      </p:sp>
      <p:sp>
        <p:nvSpPr>
          <p:cNvPr id="432" name="Google Shape;432;p4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theme" Target="../theme/theme2.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lnSpc>
                <a:spcPct val="115000"/>
              </a:lnSpc>
              <a:spcBef>
                <a:spcPts val="800"/>
              </a:spcBef>
              <a:spcAft>
                <a:spcPts val="80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
        <p:nvSpPr>
          <p:cNvPr id="7" name="Google Shape;7;p1"/>
          <p:cNvSpPr txBox="1"/>
          <p:nvPr>
            <p:ph type="title"/>
          </p:nvPr>
        </p:nvSpPr>
        <p:spPr>
          <a:xfrm>
            <a:off x="228600" y="85200"/>
            <a:ext cx="5236500" cy="1099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Urbanist Medium"/>
              <a:buNone/>
              <a:defRPr sz="3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2pPr>
            <a:lvl3pPr lvl="2">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3pPr>
            <a:lvl4pPr lvl="3">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4pPr>
            <a:lvl5pPr lvl="4">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5pPr>
            <a:lvl6pPr lvl="5">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6pPr>
            <a:lvl7pPr lvl="6">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7pPr>
            <a:lvl8pPr lvl="7">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8pPr>
            <a:lvl9pPr lvl="8">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9pPr>
          </a:lstStyle>
          <a:p/>
        </p:txBody>
      </p:sp>
      <p:sp>
        <p:nvSpPr>
          <p:cNvPr id="8" name="Google Shape;8;p1"/>
          <p:cNvSpPr txBox="1"/>
          <p:nvPr>
            <p:ph idx="2" type="body"/>
          </p:nvPr>
        </p:nvSpPr>
        <p:spPr>
          <a:xfrm>
            <a:off x="4562525" y="1518250"/>
            <a:ext cx="3880800" cy="27654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Lst>
  <mc:AlternateContent>
    <mc:Choice Requires="p14">
      <p:transition spd="med">
        <p14:prism dir="l"/>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xml"/><Relationship Id="rId3" Type="http://schemas.openxmlformats.org/officeDocument/2006/relationships/image" Target="../media/image16.png"/><Relationship Id="rId4" Type="http://schemas.openxmlformats.org/officeDocument/2006/relationships/image" Target="../media/image4.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xml"/><Relationship Id="rId3" Type="http://schemas.openxmlformats.org/officeDocument/2006/relationships/image" Target="../media/image9.jp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6.jp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8.xml"/><Relationship Id="rId3" Type="http://schemas.openxmlformats.org/officeDocument/2006/relationships/image" Target="../media/image11.jp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9.xml"/><Relationship Id="rId3"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grpSp>
        <p:nvGrpSpPr>
          <p:cNvPr id="437" name="Google Shape;437;p41"/>
          <p:cNvGrpSpPr/>
          <p:nvPr/>
        </p:nvGrpSpPr>
        <p:grpSpPr>
          <a:xfrm>
            <a:off x="222291" y="3221250"/>
            <a:ext cx="233094" cy="233094"/>
            <a:chOff x="259788" y="1923155"/>
            <a:chExt cx="409800" cy="409800"/>
          </a:xfrm>
        </p:grpSpPr>
        <p:sp>
          <p:nvSpPr>
            <p:cNvPr id="438" name="Google Shape;438;p41"/>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grpSp>
          <p:nvGrpSpPr>
            <p:cNvPr id="439" name="Google Shape;439;p41"/>
            <p:cNvGrpSpPr/>
            <p:nvPr/>
          </p:nvGrpSpPr>
          <p:grpSpPr>
            <a:xfrm>
              <a:off x="362088" y="2093825"/>
              <a:ext cx="205200" cy="102600"/>
              <a:chOff x="498725" y="2069800"/>
              <a:chExt cx="205200" cy="102600"/>
            </a:xfrm>
          </p:grpSpPr>
          <p:cxnSp>
            <p:nvCxnSpPr>
              <p:cNvPr id="440" name="Google Shape;440;p41"/>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441" name="Google Shape;441;p41"/>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sp>
        <p:nvSpPr>
          <p:cNvPr id="442" name="Google Shape;442;p41"/>
          <p:cNvSpPr txBox="1"/>
          <p:nvPr>
            <p:ph type="title"/>
          </p:nvPr>
        </p:nvSpPr>
        <p:spPr>
          <a:xfrm>
            <a:off x="228600" y="228600"/>
            <a:ext cx="6658800" cy="127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None/>
            </a:pPr>
            <a:r>
              <a:rPr lang="en" sz="9800">
                <a:solidFill>
                  <a:schemeClr val="lt1"/>
                </a:solidFill>
              </a:rPr>
              <a:t>WebRogue</a:t>
            </a:r>
            <a:endParaRPr sz="9800">
              <a:solidFill>
                <a:schemeClr val="lt1"/>
              </a:solidFill>
            </a:endParaRPr>
          </a:p>
        </p:txBody>
      </p:sp>
      <p:sp>
        <p:nvSpPr>
          <p:cNvPr id="443" name="Google Shape;443;p41"/>
          <p:cNvSpPr txBox="1"/>
          <p:nvPr>
            <p:ph idx="1" type="subTitle"/>
          </p:nvPr>
        </p:nvSpPr>
        <p:spPr>
          <a:xfrm>
            <a:off x="222300" y="1380975"/>
            <a:ext cx="4402800" cy="252000"/>
          </a:xfrm>
          <a:prstGeom prst="rect">
            <a:avLst/>
          </a:prstGeom>
          <a:effectLst>
            <a:outerShdw blurRad="57150" rotWithShape="0" algn="bl" dir="5400000" dist="19050">
              <a:srgbClr val="000000">
                <a:alpha val="50000"/>
              </a:srgbClr>
            </a:outerShdw>
          </a:effectLst>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3600">
                <a:solidFill>
                  <a:srgbClr val="B7B7B7"/>
                </a:solidFill>
                <a:latin typeface="Urbanist Medium"/>
                <a:ea typeface="Urbanist Medium"/>
                <a:cs typeface="Urbanist Medium"/>
                <a:sym typeface="Urbanist Medium"/>
              </a:rPr>
              <a:t>Jacob Martinez</a:t>
            </a:r>
            <a:endParaRPr sz="3600">
              <a:solidFill>
                <a:srgbClr val="B7B7B7"/>
              </a:solidFill>
              <a:latin typeface="Urbanist Medium"/>
              <a:ea typeface="Urbanist Medium"/>
              <a:cs typeface="Urbanist Medium"/>
              <a:sym typeface="Urbanist Medium"/>
            </a:endParaRPr>
          </a:p>
        </p:txBody>
      </p:sp>
      <p:sp>
        <p:nvSpPr>
          <p:cNvPr id="444" name="Google Shape;444;p41"/>
          <p:cNvSpPr/>
          <p:nvPr/>
        </p:nvSpPr>
        <p:spPr>
          <a:xfrm>
            <a:off x="117500" y="4794675"/>
            <a:ext cx="500100" cy="3489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445" name="Google Shape;445;p41"/>
          <p:cNvSpPr/>
          <p:nvPr/>
        </p:nvSpPr>
        <p:spPr>
          <a:xfrm>
            <a:off x="4368900" y="4737875"/>
            <a:ext cx="500100" cy="3489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pic>
        <p:nvPicPr>
          <p:cNvPr id="446" name="Google Shape;446;p41" title="WebRogue.png"/>
          <p:cNvPicPr preferRelativeResize="0"/>
          <p:nvPr/>
        </p:nvPicPr>
        <p:blipFill>
          <a:blip r:embed="rId3">
            <a:alphaModFix/>
          </a:blip>
          <a:stretch>
            <a:fillRect/>
          </a:stretch>
        </p:blipFill>
        <p:spPr>
          <a:xfrm>
            <a:off x="5535550" y="1291525"/>
            <a:ext cx="3552174" cy="3552174"/>
          </a:xfrm>
          <a:prstGeom prst="rect">
            <a:avLst/>
          </a:prstGeom>
          <a:noFill/>
          <a:ln>
            <a:noFill/>
          </a:ln>
        </p:spPr>
      </p:pic>
      <p:sp>
        <p:nvSpPr>
          <p:cNvPr id="447" name="Google Shape;447;p41"/>
          <p:cNvSpPr txBox="1"/>
          <p:nvPr>
            <p:ph idx="1" type="subTitle"/>
          </p:nvPr>
        </p:nvSpPr>
        <p:spPr>
          <a:xfrm>
            <a:off x="178400" y="3570900"/>
            <a:ext cx="4106700" cy="252000"/>
          </a:xfrm>
          <a:prstGeom prst="rect">
            <a:avLst/>
          </a:prstGeom>
          <a:effectLst>
            <a:outerShdw blurRad="57150" rotWithShape="0" algn="bl" dir="5400000" dist="19050">
              <a:srgbClr val="000000">
                <a:alpha val="50000"/>
              </a:srgbClr>
            </a:outerShdw>
          </a:effectLst>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4200">
                <a:solidFill>
                  <a:schemeClr val="lt1"/>
                </a:solidFill>
                <a:latin typeface="Urbanist Medium"/>
                <a:ea typeface="Urbanist Medium"/>
                <a:cs typeface="Urbanist Medium"/>
                <a:sym typeface="Urbanist Medium"/>
              </a:rPr>
              <a:t>A language for </a:t>
            </a:r>
            <a:r>
              <a:rPr b="1" lang="en" sz="4200">
                <a:solidFill>
                  <a:srgbClr val="4A86E8"/>
                </a:solidFill>
              </a:rPr>
              <a:t>Web Games</a:t>
            </a:r>
            <a:endParaRPr b="1" sz="4200">
              <a:solidFill>
                <a:srgbClr val="4A86E8"/>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42"/>
          <p:cNvSpPr txBox="1"/>
          <p:nvPr>
            <p:ph type="title"/>
          </p:nvPr>
        </p:nvSpPr>
        <p:spPr>
          <a:xfrm>
            <a:off x="490250" y="450150"/>
            <a:ext cx="49530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Check out the Companion Website!</a:t>
            </a:r>
            <a:endParaRPr/>
          </a:p>
        </p:txBody>
      </p:sp>
      <p:pic>
        <p:nvPicPr>
          <p:cNvPr id="453" name="Google Shape;453;p42"/>
          <p:cNvPicPr preferRelativeResize="0"/>
          <p:nvPr/>
        </p:nvPicPr>
        <p:blipFill>
          <a:blip r:embed="rId3">
            <a:alphaModFix/>
          </a:blip>
          <a:stretch>
            <a:fillRect/>
          </a:stretch>
        </p:blipFill>
        <p:spPr>
          <a:xfrm>
            <a:off x="5443375" y="787725"/>
            <a:ext cx="3524350" cy="3498476"/>
          </a:xfrm>
          <a:prstGeom prst="rect">
            <a:avLst/>
          </a:prstGeom>
          <a:noFill/>
          <a:ln>
            <a:noFill/>
          </a:ln>
        </p:spPr>
      </p:pic>
      <p:pic>
        <p:nvPicPr>
          <p:cNvPr id="454" name="Google Shape;454;p42" title="200w (1).gif"/>
          <p:cNvPicPr preferRelativeResize="0"/>
          <p:nvPr/>
        </p:nvPicPr>
        <p:blipFill>
          <a:blip r:embed="rId4">
            <a:alphaModFix/>
          </a:blip>
          <a:stretch>
            <a:fillRect/>
          </a:stretch>
        </p:blipFill>
        <p:spPr>
          <a:xfrm rot="1229901">
            <a:off x="3190715" y="-312235"/>
            <a:ext cx="2164722" cy="2164722"/>
          </a:xfrm>
          <a:prstGeom prst="rect">
            <a:avLst/>
          </a:prstGeom>
          <a:noFill/>
          <a:ln>
            <a:noFill/>
          </a:ln>
        </p:spPr>
      </p:pic>
      <p:pic>
        <p:nvPicPr>
          <p:cNvPr id="455" name="Google Shape;455;p42" title="200w (1).gif"/>
          <p:cNvPicPr preferRelativeResize="0"/>
          <p:nvPr/>
        </p:nvPicPr>
        <p:blipFill>
          <a:blip r:embed="rId4">
            <a:alphaModFix/>
          </a:blip>
          <a:stretch>
            <a:fillRect/>
          </a:stretch>
        </p:blipFill>
        <p:spPr>
          <a:xfrm flipH="1" rot="9570099">
            <a:off x="3132365" y="2940940"/>
            <a:ext cx="2164722" cy="216472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WebRogue? What is your Story?</a:t>
            </a:r>
            <a:endParaRPr/>
          </a:p>
        </p:txBody>
      </p:sp>
      <p:sp>
        <p:nvSpPr>
          <p:cNvPr id="461" name="Google Shape;461;p43"/>
          <p:cNvSpPr txBox="1"/>
          <p:nvPr>
            <p:ph idx="1" type="body"/>
          </p:nvPr>
        </p:nvSpPr>
        <p:spPr>
          <a:xfrm rot="-278444">
            <a:off x="95110" y="1333895"/>
            <a:ext cx="4657168" cy="648927"/>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Remember Pygame in 1010? </a:t>
            </a:r>
            <a:endParaRPr sz="2600"/>
          </a:p>
        </p:txBody>
      </p:sp>
      <p:pic>
        <p:nvPicPr>
          <p:cNvPr id="462" name="Google Shape;462;p43"/>
          <p:cNvPicPr preferRelativeResize="0"/>
          <p:nvPr/>
        </p:nvPicPr>
        <p:blipFill rotWithShape="1">
          <a:blip r:embed="rId3">
            <a:alphaModFix/>
          </a:blip>
          <a:srcRect b="0" l="4169" r="0" t="0"/>
          <a:stretch/>
        </p:blipFill>
        <p:spPr>
          <a:xfrm>
            <a:off x="5337925" y="2571750"/>
            <a:ext cx="3660225" cy="2457450"/>
          </a:xfrm>
          <a:prstGeom prst="rect">
            <a:avLst/>
          </a:prstGeom>
          <a:noFill/>
          <a:ln>
            <a:noFill/>
          </a:ln>
        </p:spPr>
      </p:pic>
      <p:sp>
        <p:nvSpPr>
          <p:cNvPr id="463" name="Google Shape;463;p43"/>
          <p:cNvSpPr txBox="1"/>
          <p:nvPr>
            <p:ph idx="1" type="body"/>
          </p:nvPr>
        </p:nvSpPr>
        <p:spPr>
          <a:xfrm>
            <a:off x="472560" y="2953356"/>
            <a:ext cx="4657200" cy="64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0">
                <a:solidFill>
                  <a:srgbClr val="FF0000"/>
                </a:solidFill>
              </a:rPr>
              <a:t>I HATE IT! </a:t>
            </a:r>
            <a:endParaRPr sz="8000">
              <a:solidFill>
                <a:srgbClr val="FF0000"/>
              </a:solidFill>
            </a:endParaRPr>
          </a:p>
        </p:txBody>
      </p:sp>
      <p:sp>
        <p:nvSpPr>
          <p:cNvPr id="464" name="Google Shape;464;p43"/>
          <p:cNvSpPr txBox="1"/>
          <p:nvPr>
            <p:ph idx="1" type="body"/>
          </p:nvPr>
        </p:nvSpPr>
        <p:spPr>
          <a:xfrm>
            <a:off x="1356095" y="2082733"/>
            <a:ext cx="7105200" cy="2545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600">
                <a:solidFill>
                  <a:srgbClr val="00FF00"/>
                </a:solidFill>
              </a:rPr>
              <a:t>Because I didn’t like it at all, I wanted to create a DSL that was </a:t>
            </a:r>
            <a:r>
              <a:rPr lang="en" sz="2600">
                <a:solidFill>
                  <a:srgbClr val="00FF00"/>
                </a:solidFill>
              </a:rPr>
              <a:t>lightweight</a:t>
            </a:r>
            <a:r>
              <a:rPr lang="en" sz="2600">
                <a:solidFill>
                  <a:srgbClr val="00FF00"/>
                </a:solidFill>
              </a:rPr>
              <a:t> and easy to create games on. </a:t>
            </a:r>
            <a:br>
              <a:rPr lang="en" sz="2600">
                <a:solidFill>
                  <a:srgbClr val="00FF00"/>
                </a:solidFill>
              </a:rPr>
            </a:br>
            <a:r>
              <a:rPr lang="en" sz="2600">
                <a:solidFill>
                  <a:srgbClr val="00FF00"/>
                </a:solidFill>
              </a:rPr>
              <a:t>So I decided create a language that focuses on readability, ease of use, and small game dev features for beginners.  </a:t>
            </a:r>
            <a:endParaRPr sz="2600">
              <a:solidFill>
                <a:srgbClr val="00FF00"/>
              </a:solidFill>
            </a:endParaRPr>
          </a:p>
        </p:txBody>
      </p:sp>
      <p:pic>
        <p:nvPicPr>
          <p:cNvPr id="465" name="Google Shape;465;p43"/>
          <p:cNvPicPr preferRelativeResize="0"/>
          <p:nvPr/>
        </p:nvPicPr>
        <p:blipFill>
          <a:blip r:embed="rId4">
            <a:alphaModFix/>
          </a:blip>
          <a:stretch>
            <a:fillRect/>
          </a:stretch>
        </p:blipFill>
        <p:spPr>
          <a:xfrm>
            <a:off x="4867420" y="906646"/>
            <a:ext cx="3964878" cy="1112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2000"/>
                                        <p:tgtEl>
                                          <p:spTgt spid="463"/>
                                        </p:tgtEl>
                                      </p:cBhvr>
                                    </p:animEffect>
                                    <p:set>
                                      <p:cBhvr>
                                        <p:cTn dur="1" fill="hold">
                                          <p:stCondLst>
                                            <p:cond delay="2000"/>
                                          </p:stCondLst>
                                        </p:cTn>
                                        <p:tgtEl>
                                          <p:spTgt spid="46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700"/>
                                        <p:tgtEl>
                                          <p:spTgt spid="462"/>
                                        </p:tgtEl>
                                      </p:cBhvr>
                                    </p:animEffect>
                                    <p:set>
                                      <p:cBhvr>
                                        <p:cTn dur="1" fill="hold">
                                          <p:stCondLst>
                                            <p:cond delay="1700"/>
                                          </p:stCondLst>
                                        </p:cTn>
                                        <p:tgtEl>
                                          <p:spTgt spid="46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464"/>
                                        </p:tgtEl>
                                        <p:attrNameLst>
                                          <p:attrName>style.visibility</p:attrName>
                                        </p:attrNameLst>
                                      </p:cBhvr>
                                      <p:to>
                                        <p:strVal val="visible"/>
                                      </p:to>
                                    </p:set>
                                    <p:animEffect filter="fade" transition="in">
                                      <p:cBhvr>
                                        <p:cTn dur="1000"/>
                                        <p:tgtEl>
                                          <p:spTgt spid="4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44"/>
          <p:cNvSpPr txBox="1"/>
          <p:nvPr>
            <p:ph type="title"/>
          </p:nvPr>
        </p:nvSpPr>
        <p:spPr>
          <a:xfrm>
            <a:off x="311700" y="2286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Basic Description (Just Skim This)</a:t>
            </a:r>
            <a:endParaRPr/>
          </a:p>
        </p:txBody>
      </p:sp>
      <p:sp>
        <p:nvSpPr>
          <p:cNvPr id="471" name="Google Shape;471;p44"/>
          <p:cNvSpPr txBox="1"/>
          <p:nvPr>
            <p:ph idx="1" type="body"/>
          </p:nvPr>
        </p:nvSpPr>
        <p:spPr>
          <a:xfrm>
            <a:off x="311700" y="80130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WebRogue is a statically-typed, imperative programming language designed specifically for scripting browser-based roguelike games. It compiles to readable JavaScript and emphasizes compile-time safety checks to catch common game scripting errors. The language is intentionally compact, making it suitable for educational compiler projects while providing enough structure for practical game development.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solidFill>
                  <a:srgbClr val="FF0000"/>
                </a:solidFill>
              </a:rPr>
              <a:t>Classic JS Type Aspects</a:t>
            </a:r>
            <a:endParaRPr>
              <a:solidFill>
                <a:srgbClr val="FF0000"/>
              </a:solidFill>
            </a:endParaRPr>
          </a:p>
          <a:p>
            <a:pPr indent="0" lvl="0" marL="0" rtl="0" algn="l">
              <a:spcBef>
                <a:spcPts val="0"/>
              </a:spcBef>
              <a:spcAft>
                <a:spcPts val="0"/>
              </a:spcAft>
              <a:buClr>
                <a:schemeClr val="dk1"/>
              </a:buClr>
              <a:buSzPts val="1100"/>
              <a:buFont typeface="Arial"/>
              <a:buNone/>
            </a:pPr>
            <a:r>
              <a:rPr lang="en"/>
              <a:t>- `number`: Floating-point numeric values</a:t>
            </a:r>
            <a:endParaRPr/>
          </a:p>
          <a:p>
            <a:pPr indent="0" lvl="0" marL="0" rtl="0" algn="l">
              <a:spcBef>
                <a:spcPts val="0"/>
              </a:spcBef>
              <a:spcAft>
                <a:spcPts val="0"/>
              </a:spcAft>
              <a:buClr>
                <a:schemeClr val="dk1"/>
              </a:buClr>
              <a:buSzPts val="1100"/>
              <a:buFont typeface="Arial"/>
              <a:buNone/>
            </a:pPr>
            <a:r>
              <a:rPr lang="en"/>
              <a:t>- `string`: Text strings with standard escape sequences</a:t>
            </a:r>
            <a:endParaRPr/>
          </a:p>
          <a:p>
            <a:pPr indent="0" lvl="0" marL="0" rtl="0" algn="l">
              <a:spcBef>
                <a:spcPts val="0"/>
              </a:spcBef>
              <a:spcAft>
                <a:spcPts val="0"/>
              </a:spcAft>
              <a:buClr>
                <a:schemeClr val="dk1"/>
              </a:buClr>
              <a:buSzPts val="1100"/>
              <a:buFont typeface="Arial"/>
              <a:buNone/>
            </a:pPr>
            <a:r>
              <a:rPr lang="en"/>
              <a:t>- `boolean`: True/false values</a:t>
            </a:r>
            <a:endParaRPr/>
          </a:p>
          <a:p>
            <a:pPr indent="0" lvl="0" marL="0" rtl="0" algn="l">
              <a:spcBef>
                <a:spcPts val="0"/>
              </a:spcBef>
              <a:spcAft>
                <a:spcPts val="0"/>
              </a:spcAft>
              <a:buClr>
                <a:schemeClr val="dk1"/>
              </a:buClr>
              <a:buSzPts val="1100"/>
              <a:buFont typeface="Arial"/>
              <a:buNone/>
            </a:pPr>
            <a:r>
              <a:rPr lang="en"/>
              <a:t>- `void`: Used only for function return types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let hp: number = 100;</a:t>
            </a:r>
            <a:endParaRPr/>
          </a:p>
          <a:p>
            <a:pPr indent="0" lvl="0" marL="0" rtl="0" algn="l">
              <a:spcBef>
                <a:spcPts val="0"/>
              </a:spcBef>
              <a:spcAft>
                <a:spcPts val="0"/>
              </a:spcAft>
              <a:buClr>
                <a:schemeClr val="dk1"/>
              </a:buClr>
              <a:buSzPts val="1100"/>
              <a:buFont typeface="Arial"/>
              <a:buNone/>
            </a:pPr>
            <a:r>
              <a:rPr lang="en"/>
              <a:t>let name = "Hero";  // Type inferred from initializer</a:t>
            </a:r>
            <a:endParaRPr/>
          </a:p>
          <a:p>
            <a:pPr indent="0" lvl="0" marL="0" rtl="0" algn="l">
              <a:spcBef>
                <a:spcPts val="0"/>
              </a:spcBef>
              <a:spcAft>
                <a:spcPts val="0"/>
              </a:spcAft>
              <a:buClr>
                <a:schemeClr val="dk1"/>
              </a:buClr>
              <a:buSzPts val="1100"/>
              <a:buFont typeface="Arial"/>
              <a:buNone/>
            </a:pPr>
            <a:r>
              <a:t/>
            </a:r>
            <a:endParaRPr>
              <a:solidFill>
                <a:srgbClr val="FFFFFF"/>
              </a:solidFill>
            </a:endParaRPr>
          </a:p>
          <a:p>
            <a:pPr indent="0" lvl="0" marL="0" rtl="0" algn="l">
              <a:lnSpc>
                <a:spcPct val="120000"/>
              </a:lnSpc>
              <a:spcBef>
                <a:spcPts val="0"/>
              </a:spcBef>
              <a:spcAft>
                <a:spcPts val="0"/>
              </a:spcAft>
              <a:buNone/>
            </a:pPr>
            <a:r>
              <a:rPr lang="en">
                <a:solidFill>
                  <a:srgbClr val="FFFFFF"/>
                </a:solidFill>
              </a:rPr>
              <a:t>Functions are first-class with typed parameters and return</a:t>
            </a:r>
            <a:endParaRPr>
              <a:solidFill>
                <a:srgbClr val="FFFFFF"/>
              </a:solidFill>
            </a:endParaRPr>
          </a:p>
          <a:p>
            <a:pPr indent="0" lvl="0" marL="0" rtl="0" algn="l">
              <a:lnSpc>
                <a:spcPct val="120000"/>
              </a:lnSpc>
              <a:spcBef>
                <a:spcPts val="0"/>
              </a:spcBef>
              <a:spcAft>
                <a:spcPts val="0"/>
              </a:spcAft>
              <a:buNone/>
            </a:pPr>
            <a:r>
              <a:rPr lang="en">
                <a:solidFill>
                  <a:srgbClr val="FFFFFF"/>
                </a:solidFill>
              </a:rPr>
              <a:t>values:</a:t>
            </a:r>
            <a:br>
              <a:rPr lang="en">
                <a:solidFill>
                  <a:srgbClr val="FFFFFF"/>
                </a:solidFill>
              </a:rPr>
            </a:br>
            <a:r>
              <a:rPr lang="en">
                <a:solidFill>
                  <a:srgbClr val="FFFFFF"/>
                </a:solidFill>
              </a:rPr>
              <a:t>function calculateDamage(base: number, multiplier: number)</a:t>
            </a:r>
            <a:endParaRPr>
              <a:solidFill>
                <a:srgbClr val="FFFFFF"/>
              </a:solidFill>
            </a:endParaRPr>
          </a:p>
          <a:p>
            <a:pPr indent="0" lvl="0" marL="0" rtl="0" algn="l">
              <a:lnSpc>
                <a:spcPct val="120000"/>
              </a:lnSpc>
              <a:spcBef>
                <a:spcPts val="0"/>
              </a:spcBef>
              <a:spcAft>
                <a:spcPts val="0"/>
              </a:spcAft>
              <a:buClr>
                <a:schemeClr val="dk1"/>
              </a:buClr>
              <a:buSzPts val="1100"/>
              <a:buFont typeface="Arial"/>
              <a:buNone/>
            </a:pPr>
            <a:r>
              <a:rPr lang="en">
                <a:solidFill>
                  <a:srgbClr val="FFFFFF"/>
                </a:solidFill>
              </a:rPr>
              <a:t> -&gt; number {</a:t>
            </a:r>
            <a:endParaRPr>
              <a:solidFill>
                <a:srgbClr val="FFFFFF"/>
              </a:solidFill>
            </a:endParaRPr>
          </a:p>
          <a:p>
            <a:pPr indent="0" lvl="0" marL="0" rtl="0" algn="l">
              <a:lnSpc>
                <a:spcPct val="120000"/>
              </a:lnSpc>
              <a:spcBef>
                <a:spcPts val="0"/>
              </a:spcBef>
              <a:spcAft>
                <a:spcPts val="0"/>
              </a:spcAft>
              <a:buClr>
                <a:schemeClr val="dk1"/>
              </a:buClr>
              <a:buSzPts val="1100"/>
              <a:buFont typeface="Arial"/>
              <a:buNone/>
            </a:pPr>
            <a:r>
              <a:rPr lang="en">
                <a:solidFill>
                  <a:srgbClr val="FFFFFF"/>
                </a:solidFill>
              </a:rPr>
              <a:t>  return base * multiplier;</a:t>
            </a:r>
            <a:endParaRPr>
              <a:solidFill>
                <a:srgbClr val="FFFFFF"/>
              </a:solidFill>
            </a:endParaRPr>
          </a:p>
          <a:p>
            <a:pPr indent="0" lvl="0" marL="0" rtl="0" algn="l">
              <a:lnSpc>
                <a:spcPct val="120000"/>
              </a:lnSpc>
              <a:spcBef>
                <a:spcPts val="0"/>
              </a:spcBef>
              <a:spcAft>
                <a:spcPts val="0"/>
              </a:spcAft>
              <a:buClr>
                <a:schemeClr val="dk1"/>
              </a:buClr>
              <a:buSzPts val="1100"/>
              <a:buFont typeface="Arial"/>
              <a:buNone/>
            </a:pPr>
            <a:r>
              <a:rPr lang="en">
                <a:solidFill>
                  <a:srgbClr val="FFFFFF"/>
                </a:solidFill>
              </a:rPr>
              <a:t>}</a:t>
            </a:r>
            <a:endParaRPr/>
          </a:p>
        </p:txBody>
      </p:sp>
      <p:sp>
        <p:nvSpPr>
          <p:cNvPr id="472" name="Google Shape;472;p44"/>
          <p:cNvSpPr txBox="1"/>
          <p:nvPr>
            <p:ph idx="1" type="body"/>
          </p:nvPr>
        </p:nvSpPr>
        <p:spPr>
          <a:xfrm>
            <a:off x="4572000" y="1618875"/>
            <a:ext cx="4412700" cy="2877300"/>
          </a:xfrm>
          <a:prstGeom prst="rect">
            <a:avLst/>
          </a:prstGeom>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1100"/>
              <a:buFont typeface="Arial"/>
              <a:buNone/>
            </a:pPr>
            <a:r>
              <a:rPr lang="en">
                <a:solidFill>
                  <a:srgbClr val="00FF00"/>
                </a:solidFill>
              </a:rPr>
              <a:t>Static Analysis</a:t>
            </a:r>
            <a:endParaRPr>
              <a:solidFill>
                <a:srgbClr val="00FF00"/>
              </a:solidFill>
            </a:endParaRPr>
          </a:p>
          <a:p>
            <a:pPr indent="0" lvl="0" marL="0" rtl="0" algn="l">
              <a:lnSpc>
                <a:spcPct val="120000"/>
              </a:lnSpc>
              <a:spcBef>
                <a:spcPts val="0"/>
              </a:spcBef>
              <a:spcAft>
                <a:spcPts val="0"/>
              </a:spcAft>
              <a:buClr>
                <a:schemeClr val="dk1"/>
              </a:buClr>
              <a:buSzPts val="1100"/>
              <a:buFont typeface="Arial"/>
              <a:buNone/>
            </a:pPr>
            <a:r>
              <a:rPr lang="en">
                <a:solidFill>
                  <a:srgbClr val="FFFFFF"/>
                </a:solidFill>
              </a:rPr>
              <a:t>The compiler performs comprehensive static checks including:</a:t>
            </a:r>
            <a:endParaRPr>
              <a:solidFill>
                <a:srgbClr val="FFFFFF"/>
              </a:solidFill>
            </a:endParaRPr>
          </a:p>
          <a:p>
            <a:pPr indent="0" lvl="0" marL="0" rtl="0" algn="l">
              <a:lnSpc>
                <a:spcPct val="120000"/>
              </a:lnSpc>
              <a:spcBef>
                <a:spcPts val="0"/>
              </a:spcBef>
              <a:spcAft>
                <a:spcPts val="0"/>
              </a:spcAft>
              <a:buClr>
                <a:schemeClr val="dk1"/>
              </a:buClr>
              <a:buSzPts val="1100"/>
              <a:buFont typeface="Arial"/>
              <a:buNone/>
            </a:pPr>
            <a:r>
              <a:rPr lang="en">
                <a:solidFill>
                  <a:srgbClr val="FFFFFF"/>
                </a:solidFill>
              </a:rPr>
              <a:t>- Variable declaration before use</a:t>
            </a:r>
            <a:endParaRPr>
              <a:solidFill>
                <a:srgbClr val="FFFFFF"/>
              </a:solidFill>
            </a:endParaRPr>
          </a:p>
          <a:p>
            <a:pPr indent="0" lvl="0" marL="0" rtl="0" algn="l">
              <a:lnSpc>
                <a:spcPct val="120000"/>
              </a:lnSpc>
              <a:spcBef>
                <a:spcPts val="0"/>
              </a:spcBef>
              <a:spcAft>
                <a:spcPts val="0"/>
              </a:spcAft>
              <a:buClr>
                <a:schemeClr val="dk1"/>
              </a:buClr>
              <a:buSzPts val="1100"/>
              <a:buFont typeface="Arial"/>
              <a:buNone/>
            </a:pPr>
            <a:r>
              <a:rPr lang="en">
                <a:solidFill>
                  <a:srgbClr val="FFFFFF"/>
                </a:solidFill>
              </a:rPr>
              <a:t>- Type consistency in assignments and operations</a:t>
            </a:r>
            <a:endParaRPr>
              <a:solidFill>
                <a:srgbClr val="FFFFFF"/>
              </a:solidFill>
            </a:endParaRPr>
          </a:p>
          <a:p>
            <a:pPr indent="0" lvl="0" marL="0" rtl="0" algn="l">
              <a:lnSpc>
                <a:spcPct val="120000"/>
              </a:lnSpc>
              <a:spcBef>
                <a:spcPts val="0"/>
              </a:spcBef>
              <a:spcAft>
                <a:spcPts val="0"/>
              </a:spcAft>
              <a:buClr>
                <a:schemeClr val="dk1"/>
              </a:buClr>
              <a:buSzPts val="1100"/>
              <a:buFont typeface="Arial"/>
              <a:buNone/>
            </a:pPr>
            <a:r>
              <a:rPr lang="en">
                <a:solidFill>
                  <a:srgbClr val="FFFFFF"/>
                </a:solidFill>
              </a:rPr>
              <a:t>- Function call argument matching</a:t>
            </a:r>
            <a:endParaRPr>
              <a:solidFill>
                <a:srgbClr val="FFFFFF"/>
              </a:solidFill>
            </a:endParaRPr>
          </a:p>
          <a:p>
            <a:pPr indent="0" lvl="0" marL="0" rtl="0" algn="l">
              <a:lnSpc>
                <a:spcPct val="120000"/>
              </a:lnSpc>
              <a:spcBef>
                <a:spcPts val="0"/>
              </a:spcBef>
              <a:spcAft>
                <a:spcPts val="0"/>
              </a:spcAft>
              <a:buClr>
                <a:schemeClr val="dk1"/>
              </a:buClr>
              <a:buSzPts val="1100"/>
              <a:buFont typeface="Arial"/>
              <a:buNone/>
            </a:pPr>
            <a:r>
              <a:rPr lang="en">
                <a:solidFill>
                  <a:srgbClr val="FFFFFF"/>
                </a:solidFill>
              </a:rPr>
              <a:t>- Control flow validity (break only in loops, return only in functions)</a:t>
            </a:r>
            <a:endParaRPr>
              <a:solidFill>
                <a:srgbClr val="FFFFFF"/>
              </a:solidFill>
            </a:endParaRPr>
          </a:p>
          <a:p>
            <a:pPr indent="0" lvl="0" marL="0" rtl="0" algn="l">
              <a:lnSpc>
                <a:spcPct val="120000"/>
              </a:lnSpc>
              <a:spcBef>
                <a:spcPts val="0"/>
              </a:spcBef>
              <a:spcAft>
                <a:spcPts val="0"/>
              </a:spcAft>
              <a:buClr>
                <a:schemeClr val="dk1"/>
              </a:buClr>
              <a:buSzPts val="1100"/>
              <a:buFont typeface="Arial"/>
              <a:buNone/>
            </a:pPr>
            <a:r>
              <a:rPr lang="en">
                <a:solidFill>
                  <a:srgbClr val="FFFFFF"/>
                </a:solidFill>
              </a:rPr>
              <a:t>- Game-specific constraints (unique object/state names, valid state transitions)</a:t>
            </a:r>
            <a:endParaRPr>
              <a:solidFill>
                <a:srgbClr val="FFFFF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rtl="0" algn="l">
              <a:lnSpc>
                <a:spcPct val="120000"/>
              </a:lnSpc>
              <a:spcBef>
                <a:spcPts val="0"/>
              </a:spcBef>
              <a:spcAft>
                <a:spcPts val="0"/>
              </a:spcAft>
              <a:buClr>
                <a:schemeClr val="dk1"/>
              </a:buClr>
              <a:buSzPts val="1100"/>
              <a:buFont typeface="Arial"/>
              <a:buNone/>
            </a:pPr>
            <a:r>
              <a:rPr lang="en">
                <a:solidFill>
                  <a:srgbClr val="4A86E8"/>
                </a:solidFill>
              </a:rPr>
              <a:t>Compilation Target</a:t>
            </a:r>
            <a:endParaRPr>
              <a:solidFill>
                <a:srgbClr val="4A86E8"/>
              </a:solidFill>
            </a:endParaRPr>
          </a:p>
          <a:p>
            <a:pPr indent="0" lvl="0" marL="0" rtl="0" algn="l">
              <a:lnSpc>
                <a:spcPct val="120000"/>
              </a:lnSpc>
              <a:spcBef>
                <a:spcPts val="0"/>
              </a:spcBef>
              <a:spcAft>
                <a:spcPts val="0"/>
              </a:spcAft>
              <a:buClr>
                <a:schemeClr val="dk1"/>
              </a:buClr>
              <a:buSzPts val="1100"/>
              <a:buFont typeface="Arial"/>
              <a:buNone/>
            </a:pPr>
            <a:r>
              <a:rPr lang="en">
                <a:solidFill>
                  <a:srgbClr val="FFFFFF"/>
                </a:solidFill>
              </a:rPr>
              <a:t>WebRogue programs compile to JavaScript, generating both runnable game scripts and plain JavaScript objects suitable for browser execution. The generated code maintains readability for debugging and integration with larger web applications.</a:t>
            </a:r>
            <a:endParaRPr>
              <a:solidFill>
                <a:srgbClr val="FFFFF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6" name="Shape 476"/>
        <p:cNvGrpSpPr/>
        <p:nvPr/>
      </p:nvGrpSpPr>
      <p:grpSpPr>
        <a:xfrm>
          <a:off x="0" y="0"/>
          <a:ext cx="0" cy="0"/>
          <a:chOff x="0" y="0"/>
          <a:chExt cx="0" cy="0"/>
        </a:xfrm>
      </p:grpSpPr>
      <p:sp>
        <p:nvSpPr>
          <p:cNvPr id="477" name="Google Shape;477;p45"/>
          <p:cNvSpPr txBox="1"/>
          <p:nvPr>
            <p:ph type="title"/>
          </p:nvPr>
        </p:nvSpPr>
        <p:spPr>
          <a:xfrm>
            <a:off x="311700" y="3700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Themed Example</a:t>
            </a:r>
            <a:endParaRPr sz="3800"/>
          </a:p>
        </p:txBody>
      </p:sp>
      <p:sp>
        <p:nvSpPr>
          <p:cNvPr id="478" name="Google Shape;478;p45"/>
          <p:cNvSpPr txBox="1"/>
          <p:nvPr>
            <p:ph idx="1" type="body"/>
          </p:nvPr>
        </p:nvSpPr>
        <p:spPr>
          <a:xfrm>
            <a:off x="311700" y="1152475"/>
            <a:ext cx="4473900" cy="311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800"/>
              <a:t>All of our language tries to be more clear for </a:t>
            </a:r>
            <a:r>
              <a:rPr lang="en" sz="1800"/>
              <a:t>beginner</a:t>
            </a:r>
            <a:r>
              <a:rPr lang="en" sz="1800"/>
              <a:t> users. </a:t>
            </a:r>
            <a:endParaRPr sz="1800"/>
          </a:p>
          <a:p>
            <a:pPr indent="-342900" lvl="0" marL="457200" rtl="0" algn="l">
              <a:spcBef>
                <a:spcPts val="800"/>
              </a:spcBef>
              <a:spcAft>
                <a:spcPts val="0"/>
              </a:spcAft>
              <a:buSzPts val="1800"/>
              <a:buChar char="-"/>
            </a:pPr>
            <a:r>
              <a:rPr lang="en" sz="1800"/>
              <a:t>Entities and other objects are come with built in labels for name, hp, status, etc. </a:t>
            </a:r>
            <a:br>
              <a:rPr lang="en" sz="1800"/>
            </a:br>
            <a:r>
              <a:rPr lang="en" sz="1800"/>
              <a:t>These act as your typical classes but are more narrowed for specific use.</a:t>
            </a:r>
            <a:endParaRPr sz="1800"/>
          </a:p>
          <a:p>
            <a:pPr indent="-342900" lvl="0" marL="457200" rtl="0" algn="l">
              <a:spcBef>
                <a:spcPts val="0"/>
              </a:spcBef>
              <a:spcAft>
                <a:spcPts val="0"/>
              </a:spcAft>
              <a:buSzPts val="1800"/>
              <a:buChar char="-"/>
            </a:pPr>
            <a:r>
              <a:rPr lang="en" sz="1800"/>
              <a:t>States </a:t>
            </a:r>
            <a:r>
              <a:rPr lang="en" sz="1800"/>
              <a:t>represent</a:t>
            </a:r>
            <a:r>
              <a:rPr lang="en" sz="1800"/>
              <a:t> screens, dialogue, and choice options.</a:t>
            </a:r>
            <a:endParaRPr sz="1800"/>
          </a:p>
        </p:txBody>
      </p:sp>
      <p:pic>
        <p:nvPicPr>
          <p:cNvPr id="479" name="Google Shape;479;p45"/>
          <p:cNvPicPr preferRelativeResize="0"/>
          <p:nvPr/>
        </p:nvPicPr>
        <p:blipFill>
          <a:blip r:embed="rId4">
            <a:alphaModFix/>
          </a:blip>
          <a:stretch>
            <a:fillRect/>
          </a:stretch>
        </p:blipFill>
        <p:spPr>
          <a:xfrm>
            <a:off x="4846300" y="0"/>
            <a:ext cx="4542441" cy="5162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3" name="Shape 483"/>
        <p:cNvGrpSpPr/>
        <p:nvPr/>
      </p:nvGrpSpPr>
      <p:grpSpPr>
        <a:xfrm>
          <a:off x="0" y="0"/>
          <a:ext cx="0" cy="0"/>
          <a:chOff x="0" y="0"/>
          <a:chExt cx="0" cy="0"/>
        </a:xfrm>
      </p:grpSpPr>
      <p:pic>
        <p:nvPicPr>
          <p:cNvPr id="484" name="Google Shape;484;p46"/>
          <p:cNvPicPr preferRelativeResize="0"/>
          <p:nvPr/>
        </p:nvPicPr>
        <p:blipFill>
          <a:blip r:embed="rId4">
            <a:alphaModFix/>
          </a:blip>
          <a:stretch>
            <a:fillRect/>
          </a:stretch>
        </p:blipFill>
        <p:spPr>
          <a:xfrm>
            <a:off x="0" y="720375"/>
            <a:ext cx="4453500" cy="3285145"/>
          </a:xfrm>
          <a:prstGeom prst="rect">
            <a:avLst/>
          </a:prstGeom>
          <a:noFill/>
          <a:ln>
            <a:noFill/>
          </a:ln>
        </p:spPr>
      </p:pic>
      <p:sp>
        <p:nvSpPr>
          <p:cNvPr id="485" name="Google Shape;485;p46"/>
          <p:cNvSpPr txBox="1"/>
          <p:nvPr>
            <p:ph type="title"/>
          </p:nvPr>
        </p:nvSpPr>
        <p:spPr>
          <a:xfrm>
            <a:off x="4426925" y="163950"/>
            <a:ext cx="4009500" cy="236400"/>
          </a:xfrm>
          <a:prstGeom prst="rect">
            <a:avLst/>
          </a:prstGeom>
        </p:spPr>
        <p:txBody>
          <a:bodyPr anchorCtr="0" anchor="t" bIns="95825" lIns="95825" spcFirstLastPara="1" rIns="95825" wrap="square" tIns="95825">
            <a:noAutofit/>
          </a:bodyPr>
          <a:lstStyle/>
          <a:p>
            <a:pPr indent="0" lvl="0" marL="0" rtl="0" algn="l">
              <a:spcBef>
                <a:spcPts val="0"/>
              </a:spcBef>
              <a:spcAft>
                <a:spcPts val="0"/>
              </a:spcAft>
              <a:buNone/>
            </a:pPr>
            <a:r>
              <a:rPr b="1" lang="en" sz="2030">
                <a:solidFill>
                  <a:srgbClr val="FF0000"/>
                </a:solidFill>
              </a:rPr>
              <a:t>Unique Ohm Quirks</a:t>
            </a:r>
            <a:endParaRPr b="1" sz="2030">
              <a:solidFill>
                <a:srgbClr val="FF0000"/>
              </a:solidFill>
            </a:endParaRPr>
          </a:p>
        </p:txBody>
      </p:sp>
      <p:sp>
        <p:nvSpPr>
          <p:cNvPr id="486" name="Google Shape;486;p46"/>
          <p:cNvSpPr txBox="1"/>
          <p:nvPr>
            <p:ph idx="3" type="title"/>
          </p:nvPr>
        </p:nvSpPr>
        <p:spPr>
          <a:xfrm>
            <a:off x="4426925" y="639700"/>
            <a:ext cx="4453500" cy="1932000"/>
          </a:xfrm>
          <a:prstGeom prst="rect">
            <a:avLst/>
          </a:prstGeom>
        </p:spPr>
        <p:txBody>
          <a:bodyPr anchorCtr="0" anchor="ctr" bIns="95825" lIns="95825" spcFirstLastPara="1" rIns="95825" wrap="square" tIns="95825">
            <a:noAutofit/>
          </a:bodyPr>
          <a:lstStyle/>
          <a:p>
            <a:pPr indent="-366572" lvl="0" marL="936343" rtl="0" algn="just">
              <a:spcBef>
                <a:spcPts val="0"/>
              </a:spcBef>
              <a:spcAft>
                <a:spcPts val="0"/>
              </a:spcAft>
              <a:buClr>
                <a:srgbClr val="FF0000"/>
              </a:buClr>
              <a:buSzPts val="2000"/>
              <a:buChar char="-"/>
            </a:pPr>
            <a:r>
              <a:rPr lang="en" sz="2000">
                <a:solidFill>
                  <a:srgbClr val="FF0000"/>
                </a:solidFill>
                <a:highlight>
                  <a:srgbClr val="EFEFEF"/>
                </a:highlight>
              </a:rPr>
              <a:t>Choice          -</a:t>
            </a:r>
            <a:endParaRPr sz="2000">
              <a:solidFill>
                <a:srgbClr val="FF0000"/>
              </a:solidFill>
              <a:highlight>
                <a:srgbClr val="EFEFEF"/>
              </a:highlight>
            </a:endParaRPr>
          </a:p>
          <a:p>
            <a:pPr indent="-366572" lvl="0" marL="936343" rtl="0" algn="just">
              <a:spcBef>
                <a:spcPts val="0"/>
              </a:spcBef>
              <a:spcAft>
                <a:spcPts val="0"/>
              </a:spcAft>
              <a:buClr>
                <a:srgbClr val="FF0000"/>
              </a:buClr>
              <a:buSzPts val="2000"/>
              <a:buChar char="-"/>
            </a:pPr>
            <a:r>
              <a:rPr lang="en" sz="2000">
                <a:solidFill>
                  <a:srgbClr val="FF0000"/>
                </a:solidFill>
                <a:highlight>
                  <a:srgbClr val="EFEFEF"/>
                </a:highlight>
              </a:rPr>
              <a:t>State            -</a:t>
            </a:r>
            <a:endParaRPr sz="2000">
              <a:solidFill>
                <a:srgbClr val="FF0000"/>
              </a:solidFill>
              <a:highlight>
                <a:srgbClr val="EFEFEF"/>
              </a:highlight>
            </a:endParaRPr>
          </a:p>
          <a:p>
            <a:pPr indent="-366572" lvl="1" marL="1415485" rtl="0" algn="just">
              <a:spcBef>
                <a:spcPts val="0"/>
              </a:spcBef>
              <a:spcAft>
                <a:spcPts val="0"/>
              </a:spcAft>
              <a:buClr>
                <a:srgbClr val="FF0000"/>
              </a:buClr>
              <a:buSzPts val="2000"/>
              <a:buChar char="-"/>
            </a:pPr>
            <a:r>
              <a:rPr lang="en" sz="2000">
                <a:solidFill>
                  <a:srgbClr val="FF0000"/>
                </a:solidFill>
                <a:highlight>
                  <a:srgbClr val="EFEFEF"/>
                </a:highlight>
              </a:rPr>
              <a:t>Jump    -</a:t>
            </a:r>
            <a:endParaRPr sz="2000">
              <a:solidFill>
                <a:srgbClr val="FF0000"/>
              </a:solidFill>
              <a:highlight>
                <a:srgbClr val="EFEFEF"/>
              </a:highlight>
            </a:endParaRPr>
          </a:p>
          <a:p>
            <a:pPr indent="-366572" lvl="0" marL="936343" rtl="0" algn="just">
              <a:spcBef>
                <a:spcPts val="0"/>
              </a:spcBef>
              <a:spcAft>
                <a:spcPts val="0"/>
              </a:spcAft>
              <a:buClr>
                <a:srgbClr val="FF0000"/>
              </a:buClr>
              <a:buSzPts val="2000"/>
              <a:buChar char="-"/>
            </a:pPr>
            <a:r>
              <a:rPr lang="en" sz="2000">
                <a:solidFill>
                  <a:srgbClr val="FF0000"/>
                </a:solidFill>
                <a:highlight>
                  <a:srgbClr val="EFEFEF"/>
                </a:highlight>
              </a:rPr>
              <a:t>Dialogue      -</a:t>
            </a:r>
            <a:endParaRPr sz="2000">
              <a:solidFill>
                <a:srgbClr val="FF0000"/>
              </a:solidFill>
              <a:highlight>
                <a:srgbClr val="EFEFEF"/>
              </a:highlight>
            </a:endParaRPr>
          </a:p>
        </p:txBody>
      </p:sp>
      <p:sp>
        <p:nvSpPr>
          <p:cNvPr id="487" name="Google Shape;487;p46"/>
          <p:cNvSpPr txBox="1"/>
          <p:nvPr>
            <p:ph idx="1" type="body"/>
          </p:nvPr>
        </p:nvSpPr>
        <p:spPr>
          <a:xfrm>
            <a:off x="4493362" y="2612846"/>
            <a:ext cx="4453500" cy="2006700"/>
          </a:xfrm>
          <a:prstGeom prst="rect">
            <a:avLst/>
          </a:prstGeom>
        </p:spPr>
        <p:txBody>
          <a:bodyPr anchorCtr="0" anchor="b" bIns="95825" lIns="95825" spcFirstLastPara="1" rIns="95825" wrap="square" tIns="95825">
            <a:noAutofit/>
          </a:bodyPr>
          <a:lstStyle/>
          <a:p>
            <a:pPr indent="0" lvl="0" marL="0" rtl="0" algn="l">
              <a:spcBef>
                <a:spcPts val="0"/>
              </a:spcBef>
              <a:spcAft>
                <a:spcPts val="0"/>
              </a:spcAft>
              <a:buNone/>
            </a:pPr>
            <a:r>
              <a:rPr lang="en" sz="1600"/>
              <a:t>I wanted to emulate some small game engine-like </a:t>
            </a:r>
            <a:r>
              <a:rPr lang="en" sz="1600"/>
              <a:t>features. So I implemented a few features / shortcuts to commonly used aspects in games. </a:t>
            </a:r>
            <a:br>
              <a:rPr lang="en" sz="1600"/>
            </a:br>
            <a:r>
              <a:rPr lang="en" sz="1600"/>
              <a:t>Choice to accept player input. </a:t>
            </a:r>
            <a:br>
              <a:rPr lang="en" sz="1600"/>
            </a:br>
            <a:r>
              <a:rPr lang="en" sz="1600"/>
              <a:t>State to manage player state, _jump() method. to move between those states. </a:t>
            </a:r>
            <a:br>
              <a:rPr lang="en" sz="1600"/>
            </a:br>
            <a:r>
              <a:rPr lang="en" sz="1600"/>
              <a:t>And a small dialogue system. </a:t>
            </a:r>
            <a:endParaRPr sz="1600"/>
          </a:p>
        </p:txBody>
      </p:sp>
      <p:sp>
        <p:nvSpPr>
          <p:cNvPr id="488" name="Google Shape;488;p46"/>
          <p:cNvSpPr/>
          <p:nvPr/>
        </p:nvSpPr>
        <p:spPr>
          <a:xfrm>
            <a:off x="4368900" y="4737875"/>
            <a:ext cx="500100" cy="3489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489" name="Google Shape;489;p46"/>
          <p:cNvSpPr/>
          <p:nvPr/>
        </p:nvSpPr>
        <p:spPr>
          <a:xfrm>
            <a:off x="128500" y="4794600"/>
            <a:ext cx="500100" cy="3489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Future Implementation</a:t>
            </a:r>
            <a:endParaRPr/>
          </a:p>
        </p:txBody>
      </p:sp>
      <p:sp>
        <p:nvSpPr>
          <p:cNvPr id="495" name="Google Shape;495;p47"/>
          <p:cNvSpPr txBox="1"/>
          <p:nvPr>
            <p:ph idx="1" type="body"/>
          </p:nvPr>
        </p:nvSpPr>
        <p:spPr>
          <a:xfrm>
            <a:off x="311700" y="1152475"/>
            <a:ext cx="40737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Something I couldn’t implement feasibly in time is a tilemap render feature. </a:t>
            </a:r>
            <a:br>
              <a:rPr lang="en" sz="1600"/>
            </a:br>
            <a:br>
              <a:rPr lang="en" sz="1600"/>
            </a:br>
            <a:r>
              <a:rPr lang="en" sz="1600"/>
              <a:t>I was in the </a:t>
            </a:r>
            <a:r>
              <a:rPr lang="en" sz="1600"/>
              <a:t>process</a:t>
            </a:r>
            <a:r>
              <a:rPr lang="en" sz="1600"/>
              <a:t> of implementing a tilemap shortcut within state to render a map. </a:t>
            </a:r>
            <a:br>
              <a:rPr lang="en" sz="1600"/>
            </a:br>
            <a:br>
              <a:rPr lang="en" sz="1600"/>
            </a:br>
            <a:r>
              <a:rPr lang="en" sz="1600"/>
              <a:t>Tilemap - {</a:t>
            </a:r>
            <a:br>
              <a:rPr lang="en" sz="1600"/>
            </a:br>
            <a:r>
              <a:rPr lang="en" sz="1600"/>
              <a:t># # # # #</a:t>
            </a:r>
            <a:br>
              <a:rPr lang="en" sz="1600"/>
            </a:br>
            <a:r>
              <a:rPr lang="en" sz="1600"/>
              <a:t>#  .    .   .  #    - creates a 3x3 room outlined</a:t>
            </a:r>
            <a:br>
              <a:rPr lang="en" sz="1600"/>
            </a:br>
            <a:r>
              <a:rPr lang="en" sz="1600"/>
              <a:t>#  .    p .  #       by walls with the player in </a:t>
            </a:r>
            <a:br>
              <a:rPr lang="en" sz="1600"/>
            </a:br>
            <a:r>
              <a:rPr lang="en" sz="1600"/>
              <a:t>#  .   .    .  #      the middle. </a:t>
            </a:r>
            <a:br>
              <a:rPr lang="en" sz="1600"/>
            </a:br>
            <a:r>
              <a:rPr lang="en" sz="1600"/>
              <a:t># # # # #</a:t>
            </a:r>
            <a:br>
              <a:rPr lang="en" sz="1600"/>
            </a:br>
            <a:r>
              <a:rPr lang="en" sz="1600"/>
              <a:t>}</a:t>
            </a:r>
            <a:br>
              <a:rPr lang="en" sz="1600"/>
            </a:br>
            <a:endParaRPr sz="1600"/>
          </a:p>
        </p:txBody>
      </p:sp>
      <p:pic>
        <p:nvPicPr>
          <p:cNvPr id="496" name="Google Shape;496;p47"/>
          <p:cNvPicPr preferRelativeResize="0"/>
          <p:nvPr/>
        </p:nvPicPr>
        <p:blipFill>
          <a:blip r:embed="rId3">
            <a:alphaModFix/>
          </a:blip>
          <a:stretch>
            <a:fillRect/>
          </a:stretch>
        </p:blipFill>
        <p:spPr>
          <a:xfrm>
            <a:off x="4553600" y="656000"/>
            <a:ext cx="4520900" cy="38314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00" name="Shape 500"/>
        <p:cNvGrpSpPr/>
        <p:nvPr/>
      </p:nvGrpSpPr>
      <p:grpSpPr>
        <a:xfrm>
          <a:off x="0" y="0"/>
          <a:ext cx="0" cy="0"/>
          <a:chOff x="0" y="0"/>
          <a:chExt cx="0" cy="0"/>
        </a:xfrm>
      </p:grpSpPr>
      <p:sp>
        <p:nvSpPr>
          <p:cNvPr id="501" name="Google Shape;501;p48"/>
          <p:cNvSpPr txBox="1"/>
          <p:nvPr>
            <p:ph idx="1" type="body"/>
          </p:nvPr>
        </p:nvSpPr>
        <p:spPr>
          <a:xfrm>
            <a:off x="63900" y="112850"/>
            <a:ext cx="7388700" cy="60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4400">
                <a:solidFill>
                  <a:schemeClr val="accent1"/>
                </a:solidFill>
              </a:rPr>
              <a:t>Bonus Question Time?</a:t>
            </a:r>
            <a:endParaRPr b="1" sz="4400">
              <a:solidFill>
                <a:schemeClr val="accent1"/>
              </a:solidFill>
            </a:endParaRPr>
          </a:p>
        </p:txBody>
      </p:sp>
      <p:sp>
        <p:nvSpPr>
          <p:cNvPr id="502" name="Google Shape;502;p48"/>
          <p:cNvSpPr txBox="1"/>
          <p:nvPr>
            <p:ph idx="1" type="body"/>
          </p:nvPr>
        </p:nvSpPr>
        <p:spPr>
          <a:xfrm>
            <a:off x="266300" y="787225"/>
            <a:ext cx="7388700" cy="2481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3800">
                <a:solidFill>
                  <a:schemeClr val="accent6"/>
                </a:solidFill>
              </a:rPr>
              <a:t>How do you think WebRouge expects file and variables to be </a:t>
            </a:r>
            <a:r>
              <a:rPr b="1" lang="en" sz="3800">
                <a:solidFill>
                  <a:srgbClr val="FF0000"/>
                </a:solidFill>
              </a:rPr>
              <a:t>named</a:t>
            </a:r>
            <a:r>
              <a:rPr b="1" lang="en" sz="3800">
                <a:solidFill>
                  <a:schemeClr val="accent6"/>
                </a:solidFill>
              </a:rPr>
              <a:t>?</a:t>
            </a:r>
            <a:endParaRPr b="1" sz="3800">
              <a:solidFill>
                <a:schemeClr val="accent6"/>
              </a:solidFill>
            </a:endParaRPr>
          </a:p>
        </p:txBody>
      </p:sp>
      <p:pic>
        <p:nvPicPr>
          <p:cNvPr id="503" name="Google Shape;503;p48" title="google-snake.png"/>
          <p:cNvPicPr preferRelativeResize="0"/>
          <p:nvPr/>
        </p:nvPicPr>
        <p:blipFill>
          <a:blip r:embed="rId4">
            <a:alphaModFix/>
          </a:blip>
          <a:stretch>
            <a:fillRect/>
          </a:stretch>
        </p:blipFill>
        <p:spPr>
          <a:xfrm>
            <a:off x="6165425" y="2247900"/>
            <a:ext cx="2514600" cy="2895600"/>
          </a:xfrm>
          <a:prstGeom prst="rect">
            <a:avLst/>
          </a:prstGeom>
          <a:noFill/>
          <a:ln>
            <a:noFill/>
          </a:ln>
        </p:spPr>
      </p:pic>
      <p:sp>
        <p:nvSpPr>
          <p:cNvPr id="504" name="Google Shape;504;p48"/>
          <p:cNvSpPr txBox="1"/>
          <p:nvPr>
            <p:ph idx="1" type="body"/>
          </p:nvPr>
        </p:nvSpPr>
        <p:spPr>
          <a:xfrm>
            <a:off x="228600" y="3337800"/>
            <a:ext cx="7388700" cy="143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3800">
                <a:solidFill>
                  <a:schemeClr val="accent6"/>
                </a:solidFill>
              </a:rPr>
              <a:t>In </a:t>
            </a:r>
            <a:r>
              <a:rPr b="1" lang="en" sz="3800">
                <a:solidFill>
                  <a:srgbClr val="FF0000"/>
                </a:solidFill>
              </a:rPr>
              <a:t>snakeCase </a:t>
            </a:r>
            <a:r>
              <a:rPr b="1" lang="en" sz="3800">
                <a:solidFill>
                  <a:schemeClr val="accent6"/>
                </a:solidFill>
              </a:rPr>
              <a:t>of course!</a:t>
            </a:r>
            <a:endParaRPr b="1" sz="3800">
              <a:solidFill>
                <a:schemeClr val="accent6"/>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08" name="Shape 508"/>
        <p:cNvGrpSpPr/>
        <p:nvPr/>
      </p:nvGrpSpPr>
      <p:grpSpPr>
        <a:xfrm>
          <a:off x="0" y="0"/>
          <a:ext cx="0" cy="0"/>
          <a:chOff x="0" y="0"/>
          <a:chExt cx="0" cy="0"/>
        </a:xfrm>
      </p:grpSpPr>
      <p:sp>
        <p:nvSpPr>
          <p:cNvPr id="509" name="Google Shape;509;p49"/>
          <p:cNvSpPr txBox="1"/>
          <p:nvPr>
            <p:ph idx="1" type="body"/>
          </p:nvPr>
        </p:nvSpPr>
        <p:spPr>
          <a:xfrm>
            <a:off x="1411975" y="2063300"/>
            <a:ext cx="5998800" cy="605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9000">
                <a:solidFill>
                  <a:srgbClr val="4A86E8"/>
                </a:solidFill>
              </a:rPr>
              <a:t>Thank you</a:t>
            </a:r>
            <a:endParaRPr b="1" sz="9000">
              <a:solidFill>
                <a:srgbClr val="4A86E8"/>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